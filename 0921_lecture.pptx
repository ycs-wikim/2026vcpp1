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3" r:id="rId7"/>
    <p:sldId id="264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72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ED93BD-0F65-40FE-9206-0FC91D22BF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6C6C428-5B36-4085-AC44-167E5C44DA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DBBAEBF-017C-497B-8802-F0AACA2B9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33997-3E3E-4F52-8195-86A57EDEFA41}" type="datetimeFigureOut">
              <a:rPr lang="ko-KR" altLang="en-US" smtClean="0"/>
              <a:t>2026-09-21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454CC5A-7E7B-4B41-97E1-0F5127091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75D08E-3DCA-4936-897B-6C2E40105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DD4AD-3050-4473-980A-E4D6DBE315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3671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D1B243-769E-4C78-B33E-889D098CC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297A431-0F4B-4543-8D8E-8AA993C704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90A11B-31CE-453C-B9C0-94D3BD4FE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33997-3E3E-4F52-8195-86A57EDEFA41}" type="datetimeFigureOut">
              <a:rPr lang="ko-KR" altLang="en-US" smtClean="0"/>
              <a:t>2026-09-21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6DAAAF4-5A99-4A9A-AFA5-62005AD0B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349ED76-4FBF-4226-8E0B-0CA774AA1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DD4AD-3050-4473-980A-E4D6DBE315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3863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6BB212-0BB1-401D-AF3E-21E7437A2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9EAAAEA-EF6E-4AB4-AF9D-BE28445115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002A60B-6ED4-4A53-8475-0E155E96E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33997-3E3E-4F52-8195-86A57EDEFA41}" type="datetimeFigureOut">
              <a:rPr lang="ko-KR" altLang="en-US" smtClean="0"/>
              <a:t>2026-09-21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48CDC29-C1CF-4E86-A32C-43358A4A1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3ED158-A11E-40CA-802A-BFB048F62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DD4AD-3050-4473-980A-E4D6DBE315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09241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ED0677-2FA2-47D9-8534-033A3548D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DFF107C-1D19-4C5D-BFB1-BE2EFF6D3A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3AD05E5-96D6-49B7-93A0-66929F719A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67A0B80-736B-4E0A-97F1-9F1B09C00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33997-3E3E-4F52-8195-86A57EDEFA41}" type="datetimeFigureOut">
              <a:rPr lang="ko-KR" altLang="en-US" smtClean="0"/>
              <a:t>2026-09-21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575AE18-97A8-478D-B66B-5414EFADA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7B8B07A-DABC-4105-8015-56F3B9186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DD4AD-3050-4473-980A-E4D6DBE315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24578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5BD076-ACB0-4785-A59A-45A2BCC66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11D6190-2C76-4119-82C8-DE68C90810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31A0462-2A7D-4349-BA1D-9200A86C30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C6BC07A-7F48-4EE4-8961-683CB3A194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2BAB4E0-9F23-431D-9DAC-0D6F22A43D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EDC3250-C8DD-4AB7-B371-D21CC8C8D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33997-3E3E-4F52-8195-86A57EDEFA41}" type="datetimeFigureOut">
              <a:rPr lang="ko-KR" altLang="en-US" smtClean="0"/>
              <a:t>2026-09-21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F639E7F-57F7-45ED-8012-F651A7659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8E50490-2772-456D-928A-1525C7CD4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DD4AD-3050-4473-980A-E4D6DBE315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7904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138EE3-EDA1-40E4-9F91-DFB3978C8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EF0D5A5-3E67-46FE-84BB-CF7614223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33997-3E3E-4F52-8195-86A57EDEFA41}" type="datetimeFigureOut">
              <a:rPr lang="ko-KR" altLang="en-US" smtClean="0"/>
              <a:t>2026-09-21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D4712B8-5775-46F7-B864-69330F643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490194B-1966-439C-88CE-CA79196D0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DD4AD-3050-4473-980A-E4D6DBE315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12051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979EA16-C3A7-44F7-8851-01E96C8B9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33997-3E3E-4F52-8195-86A57EDEFA41}" type="datetimeFigureOut">
              <a:rPr lang="ko-KR" altLang="en-US" smtClean="0"/>
              <a:t>2026-09-21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C3697FA-ECB5-4D7E-AD80-AB6EFB9B9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41FD28-4D55-4478-9872-A44E24C2B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DD4AD-3050-4473-980A-E4D6DBE315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83844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0F70DB-5A83-4C2A-AF01-07F4C5C0F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CB26C6A-2AC1-4856-820F-817FF7EDC1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16357A2-541D-4B5E-B239-9803F00CFB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CC46C72-B251-47CF-ADCB-94E70A120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33997-3E3E-4F52-8195-86A57EDEFA41}" type="datetimeFigureOut">
              <a:rPr lang="ko-KR" altLang="en-US" smtClean="0"/>
              <a:t>2026-09-21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FF6487-2BE2-41AB-AF37-F15B50F08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7E8A7CD-34EF-4186-9E7D-C52BFB6A5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DD4AD-3050-4473-980A-E4D6DBE315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819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2CEEE9-E60B-48B3-ACEC-1D9107448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632BCC3-0AF3-418F-8714-38CB46D9E4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027552D-C26A-46B7-B5CA-3AFB7ED5B0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CB3C88B-A7CE-4526-BD14-62A927FA5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33997-3E3E-4F52-8195-86A57EDEFA41}" type="datetimeFigureOut">
              <a:rPr lang="ko-KR" altLang="en-US" smtClean="0"/>
              <a:t>2026-09-21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70110D6-2872-494D-BFD7-9D03FB9E8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F295871-9E25-4536-A0D5-229441871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DD4AD-3050-4473-980A-E4D6DBE315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0594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EE529E-19E9-4269-B79C-1B2E867D6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5096B66-3D41-456D-8055-806AE0F4A4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FC51150-3E8F-46B8-B7B4-C3C5E3FD5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33997-3E3E-4F52-8195-86A57EDEFA41}" type="datetimeFigureOut">
              <a:rPr lang="ko-KR" altLang="en-US" smtClean="0"/>
              <a:t>2026-09-21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B9048F3-6653-4BF5-BAB7-D468FA803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E477E24-8553-4774-BBE8-D8D5883AA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DD4AD-3050-4473-980A-E4D6DBE315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54336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98C94CB-3B70-496D-9DD4-6D401F8AA9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37FD23D-C6D4-4975-9F19-779E974AB4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ACC24B5-FC40-43FD-AF3B-621A01FE1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33997-3E3E-4F52-8195-86A57EDEFA41}" type="datetimeFigureOut">
              <a:rPr lang="ko-KR" altLang="en-US" smtClean="0"/>
              <a:t>2026-09-21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4484BC9-6059-4623-8803-6397DB022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941A87-0730-4E54-855A-6A913DD7F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DD4AD-3050-4473-980A-E4D6DBE315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83762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B86CFB0-47B2-415C-AE5F-1FEF71FFF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615F529-6FB7-4856-8C92-14EB380C83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2BDC563-77A2-4B97-BAD4-718499EC8B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233997-3E3E-4F52-8195-86A57EDEFA41}" type="datetimeFigureOut">
              <a:rPr lang="ko-KR" altLang="en-US" smtClean="0"/>
              <a:t>2026-09-21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7BFCF72-B1C7-471B-9B79-D8BF3A50CD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B83B8AE-8072-4A7F-BC17-D1BB445975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6DD4AD-3050-4473-980A-E4D6DBE315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5506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593B60-F106-4794-AEB0-88B4D3E229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간단한 게임 만들기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F95FAB4-CBD8-4B4A-9B3A-0E1DDB1DF12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25297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8A8C7D-CE70-4B56-85B3-67B5FDAC0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게임의 설계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28E1D8D-9A1F-48CA-AAD1-3FE81F925E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10026"/>
          </a:xfrm>
        </p:spPr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목적 </a:t>
            </a:r>
            <a:r>
              <a:rPr lang="en-US" altLang="ko-KR" dirty="0"/>
              <a:t>: </a:t>
            </a:r>
            <a:r>
              <a:rPr lang="ko-KR" altLang="en-US" dirty="0"/>
              <a:t>나를 쫓아오는 적을 피해서 점수를 올리는 게임</a:t>
            </a:r>
            <a:endParaRPr lang="en-US" altLang="ko-KR" dirty="0"/>
          </a:p>
          <a:p>
            <a:r>
              <a:rPr lang="en-US" altLang="ko-KR" dirty="0"/>
              <a:t> </a:t>
            </a:r>
            <a:r>
              <a:rPr lang="ko-KR" altLang="en-US" dirty="0"/>
              <a:t>나를 움직이는 기능</a:t>
            </a:r>
            <a:endParaRPr lang="en-US" altLang="ko-KR" dirty="0"/>
          </a:p>
          <a:p>
            <a:pPr lvl="1"/>
            <a:r>
              <a:rPr lang="en-US" altLang="ko-KR" dirty="0"/>
              <a:t> RECT </a:t>
            </a:r>
            <a:r>
              <a:rPr lang="ko-KR" altLang="en-US" dirty="0"/>
              <a:t>자료형을 이용해서 나를 표현하자</a:t>
            </a:r>
            <a:endParaRPr lang="en-US" altLang="ko-KR" dirty="0"/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키보드의 입력을 받아 </a:t>
            </a:r>
            <a:r>
              <a:rPr lang="en-US" altLang="ko-KR" dirty="0"/>
              <a:t>RECT </a:t>
            </a:r>
            <a:r>
              <a:rPr lang="ko-KR" altLang="en-US" dirty="0"/>
              <a:t>자료형의 값</a:t>
            </a:r>
            <a:r>
              <a:rPr lang="en-US" altLang="ko-KR" dirty="0"/>
              <a:t>(</a:t>
            </a:r>
            <a:r>
              <a:rPr lang="ko-KR" altLang="en-US" dirty="0"/>
              <a:t>좌표</a:t>
            </a:r>
            <a:r>
              <a:rPr lang="en-US" altLang="ko-KR" dirty="0"/>
              <a:t>)</a:t>
            </a:r>
            <a:r>
              <a:rPr lang="ko-KR" altLang="en-US" dirty="0"/>
              <a:t>을 변경</a:t>
            </a:r>
            <a:endParaRPr lang="en-US" altLang="ko-KR" dirty="0"/>
          </a:p>
          <a:p>
            <a:r>
              <a:rPr lang="en-US" altLang="ko-KR" dirty="0"/>
              <a:t> </a:t>
            </a:r>
            <a:r>
              <a:rPr lang="ko-KR" altLang="en-US" dirty="0"/>
              <a:t>나를 쫓아오는 적의 기능</a:t>
            </a:r>
            <a:endParaRPr lang="en-US" altLang="ko-KR" dirty="0"/>
          </a:p>
          <a:p>
            <a:pPr lvl="1"/>
            <a:r>
              <a:rPr lang="en-US" altLang="ko-KR" dirty="0"/>
              <a:t> RECT </a:t>
            </a:r>
            <a:r>
              <a:rPr lang="ko-KR" altLang="en-US" dirty="0"/>
              <a:t>자료형을 이용해서 적을 표현하자</a:t>
            </a:r>
            <a:endParaRPr lang="en-US" altLang="ko-KR" dirty="0"/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적은 항상 나를 쫓아오도록 구성한다</a:t>
            </a:r>
            <a:endParaRPr lang="en-US" altLang="ko-KR" dirty="0"/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내가 움직이던</a:t>
            </a:r>
            <a:r>
              <a:rPr lang="en-US" altLang="ko-KR" dirty="0"/>
              <a:t>, </a:t>
            </a:r>
            <a:r>
              <a:rPr lang="ko-KR" altLang="en-US" dirty="0"/>
              <a:t>움직이지 않던 관계없이 나를 쫓아온다</a:t>
            </a:r>
            <a:endParaRPr lang="en-US" altLang="ko-KR" dirty="0"/>
          </a:p>
          <a:p>
            <a:r>
              <a:rPr lang="en-US" altLang="ko-KR" dirty="0"/>
              <a:t> </a:t>
            </a:r>
            <a:r>
              <a:rPr lang="ko-KR" altLang="en-US" dirty="0"/>
              <a:t>음식을 설정</a:t>
            </a:r>
            <a:endParaRPr lang="en-US" altLang="ko-KR" dirty="0"/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내가 움직여서 먹는 일종의 아이템</a:t>
            </a:r>
          </a:p>
        </p:txBody>
      </p:sp>
    </p:spTree>
    <p:extLst>
      <p:ext uri="{BB962C8B-B14F-4D97-AF65-F5344CB8AC3E}">
        <p14:creationId xmlns:p14="http://schemas.microsoft.com/office/powerpoint/2010/main" val="13012111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47E1E2-5262-49BB-90DB-97FDDFA00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게임 화면의 구성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E31A49E-155A-49CA-8F34-9E25C0515A7F}"/>
              </a:ext>
            </a:extLst>
          </p:cNvPr>
          <p:cNvSpPr/>
          <p:nvPr/>
        </p:nvSpPr>
        <p:spPr>
          <a:xfrm>
            <a:off x="1558344" y="2704563"/>
            <a:ext cx="1223493" cy="1223493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나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BAC1B16-EE43-46A6-94AC-29EA0BB12B69}"/>
              </a:ext>
            </a:extLst>
          </p:cNvPr>
          <p:cNvSpPr/>
          <p:nvPr/>
        </p:nvSpPr>
        <p:spPr>
          <a:xfrm>
            <a:off x="8667482" y="4675031"/>
            <a:ext cx="1223493" cy="1223493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적</a:t>
            </a: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0EDBDEB8-176E-4B98-820E-68BEEA876810}"/>
              </a:ext>
            </a:extLst>
          </p:cNvPr>
          <p:cNvCxnSpPr>
            <a:stCxn id="4" idx="3"/>
          </p:cNvCxnSpPr>
          <p:nvPr/>
        </p:nvCxnSpPr>
        <p:spPr>
          <a:xfrm flipV="1">
            <a:off x="2781837" y="3316309"/>
            <a:ext cx="2640169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B84D2D42-AAF8-4D00-B5EA-BBF26FA59E6A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2170091" y="3928056"/>
            <a:ext cx="0" cy="179016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DCDA9C08-03A2-4219-BCA5-94E82C509F5A}"/>
              </a:ext>
            </a:extLst>
          </p:cNvPr>
          <p:cNvCxnSpPr>
            <a:cxnSpLocks/>
            <a:stCxn id="5" idx="1"/>
          </p:cNvCxnSpPr>
          <p:nvPr/>
        </p:nvCxnSpPr>
        <p:spPr>
          <a:xfrm flipH="1" flipV="1">
            <a:off x="3168203" y="3928056"/>
            <a:ext cx="5499279" cy="1358722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타원 15">
            <a:extLst>
              <a:ext uri="{FF2B5EF4-FFF2-40B4-BE49-F238E27FC236}">
                <a16:creationId xmlns:a16="http://schemas.microsoft.com/office/drawing/2014/main" id="{EBDF39B6-99E8-4AA8-955D-64CB702BDF96}"/>
              </a:ext>
            </a:extLst>
          </p:cNvPr>
          <p:cNvSpPr/>
          <p:nvPr/>
        </p:nvSpPr>
        <p:spPr>
          <a:xfrm>
            <a:off x="7431110" y="2369713"/>
            <a:ext cx="1223493" cy="1223493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음식</a:t>
            </a: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6AB144D3-2D91-4F91-8FA5-7FB8A88FCD4B}"/>
              </a:ext>
            </a:extLst>
          </p:cNvPr>
          <p:cNvSpPr/>
          <p:nvPr/>
        </p:nvSpPr>
        <p:spPr>
          <a:xfrm>
            <a:off x="3889419" y="5422006"/>
            <a:ext cx="1223493" cy="1223493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음식</a:t>
            </a:r>
          </a:p>
        </p:txBody>
      </p:sp>
    </p:spTree>
    <p:extLst>
      <p:ext uri="{BB962C8B-B14F-4D97-AF65-F5344CB8AC3E}">
        <p14:creationId xmlns:p14="http://schemas.microsoft.com/office/powerpoint/2010/main" val="10052211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7D3728-B2F7-4A24-8040-766388ADE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나의 이동 구현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2A41E9B-0DA4-4985-8A7B-35D176152A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06995"/>
          </a:xfrm>
        </p:spPr>
        <p:txBody>
          <a:bodyPr/>
          <a:lstStyle/>
          <a:p>
            <a:r>
              <a:rPr lang="en-US" altLang="ko-KR" dirty="0"/>
              <a:t> WM_KEYDOWN</a:t>
            </a:r>
            <a:r>
              <a:rPr lang="ko-KR" altLang="en-US" dirty="0"/>
              <a:t>으로 이동을 구현</a:t>
            </a:r>
            <a:endParaRPr lang="en-US" altLang="ko-KR" dirty="0"/>
          </a:p>
          <a:p>
            <a:pPr lvl="1"/>
            <a:r>
              <a:rPr lang="en-US" altLang="ko-KR" dirty="0"/>
              <a:t> </a:t>
            </a:r>
            <a:r>
              <a:rPr lang="en-US" altLang="ko-KR" dirty="0" err="1"/>
              <a:t>wParam</a:t>
            </a:r>
            <a:r>
              <a:rPr lang="ko-KR" altLang="en-US" dirty="0"/>
              <a:t>으로 전달된 </a:t>
            </a:r>
            <a:r>
              <a:rPr lang="en-US" altLang="ko-KR" dirty="0"/>
              <a:t>VK(Virtual Keyboard) </a:t>
            </a:r>
            <a:r>
              <a:rPr lang="ko-KR" altLang="en-US" dirty="0"/>
              <a:t>값을 이용</a:t>
            </a:r>
            <a:endParaRPr lang="en-US" altLang="ko-KR" dirty="0"/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상</a:t>
            </a:r>
            <a:r>
              <a:rPr lang="en-US" altLang="ko-KR" dirty="0"/>
              <a:t>, </a:t>
            </a:r>
            <a:r>
              <a:rPr lang="ko-KR" altLang="en-US" dirty="0"/>
              <a:t>하</a:t>
            </a:r>
            <a:r>
              <a:rPr lang="en-US" altLang="ko-KR" dirty="0"/>
              <a:t>, </a:t>
            </a:r>
            <a:r>
              <a:rPr lang="ko-KR" altLang="en-US" dirty="0"/>
              <a:t>좌</a:t>
            </a:r>
            <a:r>
              <a:rPr lang="en-US" altLang="ko-KR" dirty="0"/>
              <a:t>, </a:t>
            </a:r>
            <a:r>
              <a:rPr lang="ko-KR" altLang="en-US" dirty="0"/>
              <a:t>우로 이동할 수 있도록 개선</a:t>
            </a:r>
            <a:endParaRPr lang="en-US" altLang="ko-KR" dirty="0"/>
          </a:p>
          <a:p>
            <a:r>
              <a:rPr lang="en-US" altLang="ko-KR" dirty="0"/>
              <a:t> </a:t>
            </a:r>
            <a:r>
              <a:rPr lang="ko-KR" altLang="en-US" dirty="0"/>
              <a:t>내가 이동할 때</a:t>
            </a:r>
            <a:r>
              <a:rPr lang="en-US" altLang="ko-KR" dirty="0"/>
              <a:t>, </a:t>
            </a:r>
            <a:r>
              <a:rPr lang="ko-KR" altLang="en-US" dirty="0"/>
              <a:t>좌표 값만 변경되었을 뿐</a:t>
            </a:r>
            <a:r>
              <a:rPr lang="en-US" altLang="ko-KR" dirty="0"/>
              <a:t>, </a:t>
            </a:r>
            <a:r>
              <a:rPr lang="ko-KR" altLang="en-US" dirty="0"/>
              <a:t>실제로 표시는 별도</a:t>
            </a:r>
            <a:endParaRPr lang="en-US" altLang="ko-KR" dirty="0"/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이동 확인을 창의 크기 조절로 </a:t>
            </a:r>
            <a:r>
              <a:rPr lang="ko-KR" altLang="en-US" dirty="0" err="1"/>
              <a:t>확인했었음</a:t>
            </a:r>
            <a:endParaRPr lang="en-US" altLang="ko-KR" dirty="0"/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화면 무효화의 문제점 </a:t>
            </a:r>
            <a:r>
              <a:rPr lang="en-US" altLang="ko-KR" dirty="0"/>
              <a:t>: WM_PAINT</a:t>
            </a:r>
            <a:r>
              <a:rPr lang="ko-KR" altLang="en-US" dirty="0"/>
              <a:t> 영역이 아니면 화면이 지워진다</a:t>
            </a:r>
            <a:endParaRPr lang="en-US" altLang="ko-KR" dirty="0"/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화면 무효화를 할 수 있는 마지막 방법 </a:t>
            </a:r>
            <a:r>
              <a:rPr lang="en-US" altLang="ko-KR" dirty="0">
                <a:sym typeface="Wingdings" panose="05000000000000000000" pitchFamily="2" charset="2"/>
              </a:rPr>
              <a:t> OS</a:t>
            </a:r>
            <a:r>
              <a:rPr lang="ko-KR" altLang="en-US" dirty="0">
                <a:sym typeface="Wingdings" panose="05000000000000000000" pitchFamily="2" charset="2"/>
              </a:rPr>
              <a:t>에게 직접 요청한다</a:t>
            </a:r>
            <a:r>
              <a:rPr lang="en-US" altLang="ko-KR" dirty="0">
                <a:sym typeface="Wingdings" panose="05000000000000000000" pitchFamily="2" charset="2"/>
              </a:rPr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987667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4EAF759C-98EB-4098-9FD9-1759904F1AE5}"/>
              </a:ext>
            </a:extLst>
          </p:cNvPr>
          <p:cNvSpPr/>
          <p:nvPr/>
        </p:nvSpPr>
        <p:spPr>
          <a:xfrm>
            <a:off x="1068707" y="1893195"/>
            <a:ext cx="1223493" cy="1223493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나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480D840-4B08-47F1-919A-41F442C6A235}"/>
              </a:ext>
            </a:extLst>
          </p:cNvPr>
          <p:cNvSpPr/>
          <p:nvPr/>
        </p:nvSpPr>
        <p:spPr>
          <a:xfrm>
            <a:off x="1789922" y="2852671"/>
            <a:ext cx="1223493" cy="1223493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적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FABCFF8-DD95-4062-A3C6-A5175B424727}"/>
              </a:ext>
            </a:extLst>
          </p:cNvPr>
          <p:cNvSpPr/>
          <p:nvPr/>
        </p:nvSpPr>
        <p:spPr>
          <a:xfrm>
            <a:off x="3927816" y="1893195"/>
            <a:ext cx="1223493" cy="1223493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나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4AEA411-B438-4E2E-83A7-51B016BCC2CD}"/>
              </a:ext>
            </a:extLst>
          </p:cNvPr>
          <p:cNvSpPr/>
          <p:nvPr/>
        </p:nvSpPr>
        <p:spPr>
          <a:xfrm>
            <a:off x="4649031" y="1893194"/>
            <a:ext cx="1223493" cy="1223493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적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A687C7E-EE90-47A9-B905-A31FB4307551}"/>
              </a:ext>
            </a:extLst>
          </p:cNvPr>
          <p:cNvSpPr/>
          <p:nvPr/>
        </p:nvSpPr>
        <p:spPr>
          <a:xfrm>
            <a:off x="7040693" y="2504940"/>
            <a:ext cx="1223493" cy="1223493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나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FBBBA82-9F3A-431F-9594-5D5C6C6D2686}"/>
              </a:ext>
            </a:extLst>
          </p:cNvPr>
          <p:cNvSpPr/>
          <p:nvPr/>
        </p:nvSpPr>
        <p:spPr>
          <a:xfrm>
            <a:off x="7761908" y="1770844"/>
            <a:ext cx="1223493" cy="1223493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적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E4E2818-C27B-43DB-B55E-B956B950DF88}"/>
              </a:ext>
            </a:extLst>
          </p:cNvPr>
          <p:cNvSpPr/>
          <p:nvPr/>
        </p:nvSpPr>
        <p:spPr>
          <a:xfrm>
            <a:off x="10136637" y="2504940"/>
            <a:ext cx="1223493" cy="1223493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나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D3FBF03-9EF6-498B-8CA0-6C7184CAE036}"/>
              </a:ext>
            </a:extLst>
          </p:cNvPr>
          <p:cNvSpPr/>
          <p:nvPr/>
        </p:nvSpPr>
        <p:spPr>
          <a:xfrm>
            <a:off x="10136637" y="1770844"/>
            <a:ext cx="1223493" cy="1223493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적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B8D5715-7082-4230-BA82-22CF60E7BBBD}"/>
              </a:ext>
            </a:extLst>
          </p:cNvPr>
          <p:cNvSpPr/>
          <p:nvPr/>
        </p:nvSpPr>
        <p:spPr>
          <a:xfrm>
            <a:off x="10313493" y="5215946"/>
            <a:ext cx="1223493" cy="1223493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나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B5A2BC4-9DDB-4AEE-9028-4F14A5F9A69E}"/>
              </a:ext>
            </a:extLst>
          </p:cNvPr>
          <p:cNvSpPr/>
          <p:nvPr/>
        </p:nvSpPr>
        <p:spPr>
          <a:xfrm>
            <a:off x="9579397" y="4481850"/>
            <a:ext cx="1223493" cy="1223493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적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2351492-8FAB-48D1-A9F1-941FFDB49F15}"/>
              </a:ext>
            </a:extLst>
          </p:cNvPr>
          <p:cNvSpPr/>
          <p:nvPr/>
        </p:nvSpPr>
        <p:spPr>
          <a:xfrm>
            <a:off x="7217549" y="4481850"/>
            <a:ext cx="1223493" cy="1223493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나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88D0F10-6517-4784-A682-DD4A82D53481}"/>
              </a:ext>
            </a:extLst>
          </p:cNvPr>
          <p:cNvSpPr/>
          <p:nvPr/>
        </p:nvSpPr>
        <p:spPr>
          <a:xfrm>
            <a:off x="6483453" y="4481850"/>
            <a:ext cx="1223493" cy="1223493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적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8CD8372-7468-4DE9-8A78-6B79E940E5A6}"/>
              </a:ext>
            </a:extLst>
          </p:cNvPr>
          <p:cNvSpPr/>
          <p:nvPr/>
        </p:nvSpPr>
        <p:spPr>
          <a:xfrm>
            <a:off x="4104671" y="4481850"/>
            <a:ext cx="1223493" cy="1223493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나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5C3EC95-962D-4A19-9C8E-F35B83565455}"/>
              </a:ext>
            </a:extLst>
          </p:cNvPr>
          <p:cNvSpPr/>
          <p:nvPr/>
        </p:nvSpPr>
        <p:spPr>
          <a:xfrm>
            <a:off x="3370575" y="5389810"/>
            <a:ext cx="1223493" cy="1223493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적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D18B3C6-E9E4-43AE-96F2-B57343184EC6}"/>
              </a:ext>
            </a:extLst>
          </p:cNvPr>
          <p:cNvSpPr/>
          <p:nvPr/>
        </p:nvSpPr>
        <p:spPr>
          <a:xfrm>
            <a:off x="1068948" y="4481850"/>
            <a:ext cx="1223493" cy="1223493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나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ECFFF18-D867-4DC5-B99D-813935299B9B}"/>
              </a:ext>
            </a:extLst>
          </p:cNvPr>
          <p:cNvSpPr/>
          <p:nvPr/>
        </p:nvSpPr>
        <p:spPr>
          <a:xfrm>
            <a:off x="1068707" y="5389810"/>
            <a:ext cx="1223493" cy="1223493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적</a:t>
            </a:r>
          </a:p>
        </p:txBody>
      </p:sp>
      <p:sp>
        <p:nvSpPr>
          <p:cNvPr id="20" name="제목 1">
            <a:extLst>
              <a:ext uri="{FF2B5EF4-FFF2-40B4-BE49-F238E27FC236}">
                <a16:creationId xmlns:a16="http://schemas.microsoft.com/office/drawing/2014/main" id="{784CAD87-8D2D-43C8-AD7B-8CB8316E0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ko-KR" altLang="en-US" dirty="0"/>
              <a:t>겹침 발생 가능 조건</a:t>
            </a:r>
          </a:p>
        </p:txBody>
      </p:sp>
    </p:spTree>
    <p:extLst>
      <p:ext uri="{BB962C8B-B14F-4D97-AF65-F5344CB8AC3E}">
        <p14:creationId xmlns:p14="http://schemas.microsoft.com/office/powerpoint/2010/main" val="29829004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466F1C-EFF6-4F2C-A735-5E618B002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겹침 처리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D757A8F-BED5-4710-A831-04919D8D6A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API</a:t>
            </a:r>
          </a:p>
          <a:p>
            <a:pPr lvl="1"/>
            <a:r>
              <a:rPr lang="en-US" altLang="ko-KR" dirty="0"/>
              <a:t> </a:t>
            </a:r>
            <a:r>
              <a:rPr lang="en-US" altLang="ko-KR" dirty="0" err="1"/>
              <a:t>IntersectRect</a:t>
            </a:r>
            <a:r>
              <a:rPr lang="en-US" altLang="ko-KR" dirty="0"/>
              <a:t>( ) API</a:t>
            </a:r>
            <a:r>
              <a:rPr lang="ko-KR" altLang="en-US" dirty="0"/>
              <a:t>로 겹침 확인</a:t>
            </a:r>
            <a:endParaRPr lang="en-US" altLang="ko-KR" dirty="0"/>
          </a:p>
          <a:p>
            <a:pPr lvl="2"/>
            <a:r>
              <a:rPr lang="ko-KR" altLang="en-US" dirty="0"/>
              <a:t>겹쳐 있다면 </a:t>
            </a:r>
            <a:r>
              <a:rPr lang="en-US" altLang="ko-KR" dirty="0"/>
              <a:t>TRUE, </a:t>
            </a:r>
            <a:r>
              <a:rPr lang="ko-KR" altLang="en-US" dirty="0"/>
              <a:t>겹치지 않았다면 </a:t>
            </a:r>
            <a:r>
              <a:rPr lang="en-US" altLang="ko-KR" dirty="0"/>
              <a:t>FALSE </a:t>
            </a:r>
            <a:r>
              <a:rPr lang="ko-KR" altLang="en-US" dirty="0"/>
              <a:t>반환</a:t>
            </a:r>
            <a:endParaRPr lang="en-US" altLang="ko-KR" dirty="0"/>
          </a:p>
          <a:p>
            <a:pPr lvl="1"/>
            <a:r>
              <a:rPr lang="en-US" altLang="ko-KR" dirty="0"/>
              <a:t> </a:t>
            </a:r>
            <a:r>
              <a:rPr lang="en-US" altLang="ko-KR" dirty="0" err="1"/>
              <a:t>Dst</a:t>
            </a:r>
            <a:r>
              <a:rPr lang="en-US" altLang="ko-KR" dirty="0"/>
              <a:t> : </a:t>
            </a:r>
            <a:r>
              <a:rPr lang="ko-KR" altLang="en-US" dirty="0"/>
              <a:t>겹침이 있는 경우 해당 좌표 값 반환</a:t>
            </a:r>
            <a:endParaRPr lang="en-US" altLang="ko-KR" dirty="0"/>
          </a:p>
          <a:p>
            <a:pPr lvl="2"/>
            <a:r>
              <a:rPr lang="en-US" altLang="ko-KR" dirty="0"/>
              <a:t> </a:t>
            </a:r>
            <a:r>
              <a:rPr lang="ko-KR" altLang="en-US" dirty="0"/>
              <a:t>오른쪽 그림에서 노란색 사각형 좌표</a:t>
            </a:r>
            <a:endParaRPr lang="en-US" altLang="ko-KR" dirty="0"/>
          </a:p>
          <a:p>
            <a:pPr lvl="2"/>
            <a:r>
              <a:rPr lang="en-US" altLang="ko-KR" dirty="0"/>
              <a:t> </a:t>
            </a:r>
            <a:r>
              <a:rPr lang="ko-KR" altLang="en-US" dirty="0"/>
              <a:t>겹치지 않았다면 의미 없음</a:t>
            </a:r>
            <a:endParaRPr lang="en-US" altLang="ko-KR" dirty="0"/>
          </a:p>
          <a:p>
            <a:pPr lvl="1"/>
            <a:r>
              <a:rPr lang="en-US" altLang="ko-KR" dirty="0"/>
              <a:t> SRC1, SRC2 : </a:t>
            </a:r>
            <a:r>
              <a:rPr lang="ko-KR" altLang="en-US" dirty="0"/>
              <a:t>겹침을 확인할 사각형 좌표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626687AE-E48D-401C-8A62-6F3A7756B670}"/>
              </a:ext>
            </a:extLst>
          </p:cNvPr>
          <p:cNvGrpSpPr/>
          <p:nvPr/>
        </p:nvGrpSpPr>
        <p:grpSpPr>
          <a:xfrm>
            <a:off x="8339954" y="2924699"/>
            <a:ext cx="3013846" cy="3252264"/>
            <a:chOff x="8457718" y="2774544"/>
            <a:chExt cx="1498720" cy="1617280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49F8FA31-695F-45C2-A80E-B4D8880B2990}"/>
                </a:ext>
              </a:extLst>
            </p:cNvPr>
            <p:cNvSpPr/>
            <p:nvPr/>
          </p:nvSpPr>
          <p:spPr>
            <a:xfrm>
              <a:off x="8457718" y="3464545"/>
              <a:ext cx="888643" cy="927279"/>
            </a:xfrm>
            <a:prstGeom prst="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ME</a:t>
              </a:r>
              <a:endParaRPr lang="ko-KR" altLang="en-US" dirty="0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A512744A-02C8-4607-B724-A8D2F9DAD935}"/>
                </a:ext>
              </a:extLst>
            </p:cNvPr>
            <p:cNvSpPr/>
            <p:nvPr/>
          </p:nvSpPr>
          <p:spPr>
            <a:xfrm>
              <a:off x="9067795" y="2774544"/>
              <a:ext cx="888643" cy="927279"/>
            </a:xfrm>
            <a:prstGeom prst="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FOOD</a:t>
              </a:r>
              <a:endParaRPr lang="ko-KR" altLang="en-US" dirty="0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CF347E24-4E07-4BC9-962A-2153CA8636E7}"/>
                </a:ext>
              </a:extLst>
            </p:cNvPr>
            <p:cNvSpPr/>
            <p:nvPr/>
          </p:nvSpPr>
          <p:spPr>
            <a:xfrm>
              <a:off x="9067794" y="3464545"/>
              <a:ext cx="278567" cy="237278"/>
            </a:xfrm>
            <a:prstGeom prst="rect">
              <a:avLst/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441375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CE8B05-11C7-4313-903A-3008F9EA5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주기적인 윈도우 메시지 호출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456B419-62CC-4170-A771-2A4D643409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자료형 </a:t>
            </a:r>
            <a:r>
              <a:rPr lang="en-US" altLang="ko-KR" dirty="0"/>
              <a:t>: </a:t>
            </a:r>
            <a:r>
              <a:rPr lang="en-US" altLang="ko-KR" dirty="0" err="1"/>
              <a:t>wParam</a:t>
            </a:r>
            <a:endParaRPr lang="en-US" altLang="ko-KR" dirty="0"/>
          </a:p>
          <a:p>
            <a:r>
              <a:rPr lang="en-US" altLang="ko-KR" dirty="0"/>
              <a:t> </a:t>
            </a:r>
            <a:r>
              <a:rPr lang="ko-KR" altLang="en-US" dirty="0"/>
              <a:t>윈도우 메시지 </a:t>
            </a:r>
            <a:r>
              <a:rPr lang="en-US" altLang="ko-KR" dirty="0"/>
              <a:t>: WM_TIMER</a:t>
            </a:r>
          </a:p>
          <a:p>
            <a:r>
              <a:rPr lang="en-US" altLang="ko-KR" dirty="0"/>
              <a:t> </a:t>
            </a:r>
            <a:r>
              <a:rPr lang="ko-KR" altLang="en-US" dirty="0"/>
              <a:t>주기적인 호출 요청 </a:t>
            </a:r>
            <a:r>
              <a:rPr lang="en-US" altLang="ko-KR" dirty="0"/>
              <a:t>API : </a:t>
            </a:r>
            <a:r>
              <a:rPr lang="en-US" altLang="ko-KR" dirty="0" err="1"/>
              <a:t>SetTimer</a:t>
            </a:r>
            <a:r>
              <a:rPr lang="en-US" altLang="ko-KR" dirty="0"/>
              <a:t>( )</a:t>
            </a:r>
          </a:p>
          <a:p>
            <a:r>
              <a:rPr lang="en-US" altLang="ko-KR" dirty="0"/>
              <a:t> </a:t>
            </a:r>
            <a:r>
              <a:rPr lang="ko-KR" altLang="en-US" dirty="0"/>
              <a:t>주기적인 호출 종료 요청 </a:t>
            </a:r>
            <a:r>
              <a:rPr lang="en-US" altLang="ko-KR" dirty="0"/>
              <a:t>API : </a:t>
            </a:r>
            <a:r>
              <a:rPr lang="en-US" altLang="ko-KR" dirty="0" err="1"/>
              <a:t>KillTimer</a:t>
            </a:r>
            <a:r>
              <a:rPr lang="en-US" altLang="ko-KR" dirty="0"/>
              <a:t>( 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707997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</TotalTime>
  <Words>264</Words>
  <Application>Microsoft Office PowerPoint</Application>
  <PresentationFormat>와이드스크린</PresentationFormat>
  <Paragraphs>57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간단한 게임 만들기</vt:lpstr>
      <vt:lpstr>게임의 설계</vt:lpstr>
      <vt:lpstr>게임 화면의 구성</vt:lpstr>
      <vt:lpstr>나의 이동 구현</vt:lpstr>
      <vt:lpstr>겹침 발생 가능 조건</vt:lpstr>
      <vt:lpstr>겹침 처리</vt:lpstr>
      <vt:lpstr>주기적인 윈도우 메시지 호출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YUHAN</dc:creator>
  <cp:lastModifiedBy>YUHAN</cp:lastModifiedBy>
  <cp:revision>5</cp:revision>
  <dcterms:created xsi:type="dcterms:W3CDTF">2026-09-21T04:10:07Z</dcterms:created>
  <dcterms:modified xsi:type="dcterms:W3CDTF">2026-09-21T06:49:18Z</dcterms:modified>
</cp:coreProperties>
</file>