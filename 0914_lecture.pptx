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E2944-845D-4CD3-89B9-E824E2AAF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EEBA5B-A13A-4BF6-99DC-A9BE76122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3AEFB9-DEA6-4781-93C9-EFE36896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7D36D0-0AC7-406A-ADC9-F22697E9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40C89C-5B06-4A74-8889-E6E874A1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9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8374C-284F-4DF5-ABE5-A054F7B5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F809-6D2F-4918-A049-5B7763A01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1C16AC-92C0-45BD-9B5C-14CE81C8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2B7B4C-695F-44EF-9783-B75E658D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7627FC-99B4-48DC-B11D-8C0C2F82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51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B0DBA-D21D-45F6-90D6-79A73443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9884D8-2609-4DCC-B5CD-396BF5488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18CEAC-A438-44FA-803E-67379F56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58AEE2-A657-4416-8E5D-806F9AEE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0B76AB-D56E-4EDE-9968-BA2D8637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46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FBFEF-4CEB-42DE-802D-24C713D4F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B0AE2-A973-4456-8233-33817E990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8EC1F3-FD3F-47D6-B38E-914A775CB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B8578F-FA68-4893-AFD0-C7708251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3A6F72-333F-454E-84E2-FF504404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71BE39-087F-49CB-B5C8-05B6036A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61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CC034-18B0-4BE8-AA04-8F9DA98D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6DE05-A610-4A7A-9AEC-26D476761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0D4AF-13D8-4532-8E61-F8474626A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8A2DCD-F992-461A-A415-12CA3B6DA0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25B036-4685-4C62-83DA-1EF176597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049992-71A4-4A7D-9CC5-2B39BB8F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9DE8C2-30DC-4F13-B73D-2730E950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A99C27-B1CC-4BBB-9346-33421AE7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0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7FE8D-8B31-49E2-817B-EB402EA9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5F2540-665F-439B-B940-5A1D279B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FD77BD-4567-4851-9B41-DE96C3CC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B73182-9286-4C80-BF86-A5118892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49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9219FF-2F61-40FB-85F9-0924347D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F82677-9F17-4FD7-91B3-CAAA1188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43571F-C508-45EC-8C6A-43A0EE1F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29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DFAFF-3CD3-4141-B5A6-884D455F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FBCB11-35C8-497A-B925-3F5B994E3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82F067-461E-43AC-8514-BE3EE327D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B0A132-2A94-47BB-A82A-747AE2B8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A95D51-CC85-4868-9DC9-A90CD623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C83793-E6D6-4164-AC19-BE5EB822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18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2CE51-C048-4C63-954D-50188BBE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50E1AB-31E5-46DD-9D4F-458D377DE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A4F877-849B-4CE4-9777-55751A238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81451-6919-4F6E-AFEB-66039745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ABC20-8DBE-4C02-BE06-C3FD673A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320108-185C-4DC0-9FD5-9D47CDA3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3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B9C408-F0FA-459B-80F5-C847478A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7109A2-51C9-4E5B-8B81-918185604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943C5-808F-4B55-96B3-D4F0591BA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1A42D1-2008-4DAB-A39E-4B29227F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C2F20A-1B3C-438B-90E5-0A693CA3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29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F100C8-C48A-4176-A9D8-F57C41EEE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FA2986-D9EA-45C6-94E5-9B9A9B367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86C30A-5EF2-4994-A969-D0EE00F7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89E1C4-A342-4CAF-A71C-C23B44D1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5B31CE-C0F8-47DF-8218-EC56612B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417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93F2CF-BA41-4B63-836C-E559549A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81D62A-9D4F-4CEC-A065-1978D97A4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4E75C-00DA-47F9-B8E3-2BF68EF8E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17557-A416-4DAD-928A-77705F5A124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D8E86D-4136-46DF-B3AA-A7D4FCBC4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F1CDF-A144-446A-9A26-FCAC750BF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8B877-E380-4108-AE3F-8D4FD65C3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85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41729-F8A1-4311-84B5-21E0F9603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9C2B30-DBF4-40AD-AF56-686C3D097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75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20186-6FFF-419A-AB0B-0E3C2D64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CE0FA3-A8D1-4B92-A23B-4B7877B2D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k-MK" altLang="ko-KR" dirty="0"/>
              <a:t> </a:t>
            </a:r>
            <a:r>
              <a:rPr lang="ko-KR" altLang="en-US" dirty="0"/>
              <a:t>간단한</a:t>
            </a:r>
            <a:r>
              <a:rPr lang="mk-MK" altLang="ko-KR" dirty="0"/>
              <a:t> </a:t>
            </a:r>
            <a:r>
              <a:rPr lang="ko-KR" altLang="en-US" dirty="0" err="1"/>
              <a:t>그림판</a:t>
            </a:r>
            <a:r>
              <a:rPr lang="mk-MK" altLang="ko-KR" dirty="0"/>
              <a:t> </a:t>
            </a:r>
            <a:r>
              <a:rPr lang="ko-KR" altLang="en-US" dirty="0"/>
              <a:t>만들기</a:t>
            </a:r>
            <a:endParaRPr lang="mk-MK" altLang="ko-KR" dirty="0"/>
          </a:p>
          <a:p>
            <a:pPr lvl="1"/>
            <a:r>
              <a:rPr lang="mk-MK" altLang="ko-KR" dirty="0"/>
              <a:t> </a:t>
            </a:r>
            <a:r>
              <a:rPr lang="ko-KR" altLang="en-US" dirty="0"/>
              <a:t>그리기</a:t>
            </a:r>
            <a:endParaRPr lang="en-US" altLang="ko-KR" dirty="0"/>
          </a:p>
          <a:p>
            <a:pPr lvl="2"/>
            <a:r>
              <a:rPr lang="ko-KR" altLang="en-US" dirty="0"/>
              <a:t>　선　그리기，　자유선</a:t>
            </a:r>
            <a:endParaRPr lang="en-US" altLang="ko-KR" dirty="0"/>
          </a:p>
          <a:p>
            <a:pPr lvl="2"/>
            <a:r>
              <a:rPr lang="ko-KR" altLang="en-US" dirty="0"/>
              <a:t>　사각형　그리기</a:t>
            </a:r>
            <a:endParaRPr lang="en-US" altLang="ko-KR" dirty="0"/>
          </a:p>
          <a:p>
            <a:pPr lvl="2"/>
            <a:r>
              <a:rPr lang="ko-KR" altLang="en-US" dirty="0"/>
              <a:t>　타원　그리기</a:t>
            </a:r>
            <a:endParaRPr lang="en-US" altLang="ko-KR" dirty="0"/>
          </a:p>
          <a:p>
            <a:pPr lvl="1"/>
            <a:r>
              <a:rPr lang="ko-KR" altLang="en-US" dirty="0"/>
              <a:t>　선의　굵기</a:t>
            </a:r>
            <a:endParaRPr lang="en-US" altLang="ko-KR" dirty="0"/>
          </a:p>
          <a:p>
            <a:pPr lvl="2"/>
            <a:r>
              <a:rPr lang="ko-KR" altLang="en-US" dirty="0"/>
              <a:t>　１，　５，　１０ｐｘ</a:t>
            </a:r>
            <a:endParaRPr lang="en-US" altLang="ko-KR" dirty="0"/>
          </a:p>
          <a:p>
            <a:pPr lvl="1"/>
            <a:r>
              <a:rPr lang="ko-KR" altLang="en-US" dirty="0"/>
              <a:t>　</a:t>
            </a:r>
            <a:r>
              <a:rPr lang="ko-KR" altLang="en-US" dirty="0" err="1"/>
              <a:t>선색</a:t>
            </a:r>
            <a:r>
              <a:rPr lang="ko-KR" altLang="en-US" dirty="0"/>
              <a:t>　변경</a:t>
            </a:r>
            <a:endParaRPr lang="en-US" altLang="ko-KR" dirty="0"/>
          </a:p>
          <a:p>
            <a:pPr lvl="2"/>
            <a:r>
              <a:rPr lang="ko-KR" altLang="en-US" dirty="0"/>
              <a:t>　３～５개　정도</a:t>
            </a:r>
            <a:endParaRPr lang="en-US" altLang="ko-KR" dirty="0"/>
          </a:p>
          <a:p>
            <a:pPr lvl="1"/>
            <a:r>
              <a:rPr lang="ko-KR" altLang="en-US" dirty="0"/>
              <a:t>　</a:t>
            </a:r>
            <a:r>
              <a:rPr lang="ko-KR" altLang="en-US" dirty="0" err="1"/>
              <a:t>면색</a:t>
            </a:r>
            <a:r>
              <a:rPr lang="ko-KR" altLang="en-US" dirty="0"/>
              <a:t>　변경</a:t>
            </a:r>
            <a:endParaRPr lang="en-US" altLang="ko-KR" dirty="0"/>
          </a:p>
          <a:p>
            <a:pPr lvl="2"/>
            <a:r>
              <a:rPr lang="ko-KR" altLang="en-US" dirty="0"/>
              <a:t>　３～５개　정도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7E460F-C4DD-4ACB-BC78-5D933C0EC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320" y="1784909"/>
            <a:ext cx="6550862" cy="470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7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8F109-157E-4455-ADAD-4F5F9BBC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마우스　왼쪽　버튼　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D75FF-0212-4042-80AC-D8C40F7C2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눌렀을 때</a:t>
            </a:r>
            <a:r>
              <a:rPr lang="en-US" altLang="ko-KR" dirty="0"/>
              <a:t>(WM_LBUTTONDOWN)</a:t>
            </a:r>
            <a:r>
              <a:rPr lang="ko-KR" altLang="en-US" dirty="0"/>
              <a:t>의 좌표를 시작 좌표로 설정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땠을 때</a:t>
            </a:r>
            <a:r>
              <a:rPr lang="en-US" altLang="ko-KR" dirty="0"/>
              <a:t>(WM_LBUTTONUP)</a:t>
            </a:r>
            <a:r>
              <a:rPr lang="ko-KR" altLang="en-US" dirty="0"/>
              <a:t>의 좌표를 끝점 좌표로 설정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34272C-0940-4E69-A390-0C422524F0DA}"/>
              </a:ext>
            </a:extLst>
          </p:cNvPr>
          <p:cNvSpPr/>
          <p:nvPr/>
        </p:nvSpPr>
        <p:spPr>
          <a:xfrm>
            <a:off x="1545465" y="3284113"/>
            <a:ext cx="9375820" cy="32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CEDF84-352A-42C8-B280-D273EECCDB7C}"/>
              </a:ext>
            </a:extLst>
          </p:cNvPr>
          <p:cNvCxnSpPr/>
          <p:nvPr/>
        </p:nvCxnSpPr>
        <p:spPr>
          <a:xfrm flipV="1">
            <a:off x="2910625" y="4211392"/>
            <a:ext cx="5821251" cy="11462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4278BF25-9640-4C6C-BBC4-7492E0A79683}"/>
              </a:ext>
            </a:extLst>
          </p:cNvPr>
          <p:cNvSpPr/>
          <p:nvPr/>
        </p:nvSpPr>
        <p:spPr>
          <a:xfrm>
            <a:off x="2791641" y="5203064"/>
            <a:ext cx="237968" cy="237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D9D87E6-E3A9-4FBE-960F-347535D3D70A}"/>
              </a:ext>
            </a:extLst>
          </p:cNvPr>
          <p:cNvSpPr/>
          <p:nvPr/>
        </p:nvSpPr>
        <p:spPr>
          <a:xfrm>
            <a:off x="8591181" y="4092408"/>
            <a:ext cx="237968" cy="237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0FAC8-3EE0-49D7-BC14-9A7BE6D698DA}"/>
              </a:ext>
            </a:extLst>
          </p:cNvPr>
          <p:cNvSpPr txBox="1"/>
          <p:nvPr/>
        </p:nvSpPr>
        <p:spPr>
          <a:xfrm>
            <a:off x="1802350" y="55409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WM_LBUTTONDOWN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8A916C-7D88-4144-8B4B-3535D3ACDCE7}"/>
              </a:ext>
            </a:extLst>
          </p:cNvPr>
          <p:cNvSpPr txBox="1"/>
          <p:nvPr/>
        </p:nvSpPr>
        <p:spPr>
          <a:xfrm>
            <a:off x="7705723" y="3710814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WM_LBUTTONUP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9423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2420BE-C24E-4A72-B682-C0322CBCA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무효화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7B63A-0837-4E4B-B9A9-3128BDE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아래와 같이 그려졌지만</a:t>
            </a:r>
            <a:r>
              <a:rPr lang="en-US" altLang="ko-KR" dirty="0"/>
              <a:t>! </a:t>
            </a:r>
            <a:r>
              <a:rPr lang="ko-KR" altLang="en-US" dirty="0"/>
              <a:t>지워지는 경우가 발생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윈도우 화면 드로잉</a:t>
            </a:r>
            <a:r>
              <a:rPr lang="en-US" altLang="ko-KR" dirty="0"/>
              <a:t>(Drawing) </a:t>
            </a:r>
            <a:r>
              <a:rPr lang="ko-KR" altLang="en-US" dirty="0"/>
              <a:t>기법과 연관이 있다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요청을 하면 </a:t>
            </a:r>
            <a:r>
              <a:rPr lang="en-US" altLang="ko-KR" dirty="0"/>
              <a:t>OS</a:t>
            </a:r>
            <a:r>
              <a:rPr lang="ko-KR" altLang="en-US" dirty="0"/>
              <a:t>가 그려주는데</a:t>
            </a:r>
            <a:r>
              <a:rPr lang="en-US" altLang="ko-KR" dirty="0"/>
              <a:t>… </a:t>
            </a:r>
            <a:r>
              <a:rPr lang="ko-KR" altLang="en-US" dirty="0"/>
              <a:t>그 이후로는 관심이 없다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특정 조건을 만족하면 화면이 지워지는 현상이 발생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1257B5-8BD6-48B3-A728-B76F015CF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320" y="3742287"/>
            <a:ext cx="7747179" cy="311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37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AC6B3-DE52-4B00-885A-0345EF77B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무효화 발생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5DA78-4D52-448B-9F5D-19AFDFA40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윈도우 화면 밖으로 창이 이동하는 경우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윈도우 프로그램의 창 크기가 변경되는 경우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화면 최대화와 원래 크기로 복원될 때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윈도우 최소화 후</a:t>
            </a:r>
            <a:r>
              <a:rPr lang="en-US" altLang="ko-KR" dirty="0"/>
              <a:t>, </a:t>
            </a:r>
            <a:r>
              <a:rPr lang="ko-KR" altLang="en-US" dirty="0"/>
              <a:t>원래 크기로 복원될 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화면 무효화는 제어할 수 없다</a:t>
            </a:r>
            <a:r>
              <a:rPr lang="en-US" altLang="ko-KR" dirty="0"/>
              <a:t>! </a:t>
            </a:r>
            <a:r>
              <a:rPr lang="ko-KR" altLang="en-US" dirty="0"/>
              <a:t>피할 수도 없다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반드시 발생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화면 상태를 유지하려면</a:t>
            </a:r>
            <a:r>
              <a:rPr lang="en-US" altLang="ko-KR" dirty="0"/>
              <a:t>… </a:t>
            </a:r>
            <a:r>
              <a:rPr lang="ko-KR" altLang="en-US" dirty="0"/>
              <a:t>프로그래머가 모두</a:t>
            </a:r>
            <a:r>
              <a:rPr lang="en-US" altLang="ko-KR" dirty="0"/>
              <a:t>! </a:t>
            </a:r>
            <a:r>
              <a:rPr lang="ko-KR" altLang="en-US" dirty="0"/>
              <a:t>제어해야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09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3AFAB-FAD6-41F5-A6DC-73ED8500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만들기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87B0C-4FB9-44C8-A2A1-4EEB29789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필수 자료형</a:t>
            </a:r>
            <a:endParaRPr lang="en-US" altLang="ko-KR" dirty="0"/>
          </a:p>
          <a:p>
            <a:pPr lvl="1"/>
            <a:r>
              <a:rPr lang="en-US" altLang="ko-KR" dirty="0"/>
              <a:t> RECT </a:t>
            </a:r>
            <a:r>
              <a:rPr lang="ko-KR" altLang="en-US" dirty="0"/>
              <a:t>자료형 </a:t>
            </a:r>
            <a:r>
              <a:rPr lang="en-US" altLang="ko-KR" dirty="0"/>
              <a:t>: </a:t>
            </a:r>
            <a:r>
              <a:rPr lang="ko-KR" altLang="en-US" dirty="0"/>
              <a:t>좌표 </a:t>
            </a:r>
            <a:r>
              <a:rPr lang="en-US" altLang="ko-KR" dirty="0"/>
              <a:t>2</a:t>
            </a:r>
            <a:r>
              <a:rPr lang="ko-KR" altLang="en-US" dirty="0"/>
              <a:t>개를 보관</a:t>
            </a:r>
            <a:r>
              <a:rPr lang="en-US" altLang="ko-KR" dirty="0"/>
              <a:t>. </a:t>
            </a:r>
            <a:r>
              <a:rPr lang="ko-KR" altLang="en-US" dirty="0" err="1"/>
              <a:t>좌상단</a:t>
            </a:r>
            <a:r>
              <a:rPr lang="en-US" altLang="ko-KR" dirty="0"/>
              <a:t>/</a:t>
            </a:r>
            <a:r>
              <a:rPr lang="ko-KR" altLang="en-US" dirty="0" err="1"/>
              <a:t>우하단의</a:t>
            </a:r>
            <a:r>
              <a:rPr lang="ko-KR" altLang="en-US" dirty="0"/>
              <a:t> </a:t>
            </a:r>
            <a:r>
              <a:rPr lang="en-US" altLang="ko-KR" dirty="0"/>
              <a:t>x, y </a:t>
            </a:r>
            <a:r>
              <a:rPr lang="ko-KR" altLang="en-US" dirty="0"/>
              <a:t>좌표 값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히트박스</a:t>
            </a:r>
            <a:r>
              <a:rPr lang="en-US" altLang="ko-KR" dirty="0"/>
              <a:t>(hit-box) </a:t>
            </a:r>
            <a:r>
              <a:rPr lang="ko-KR" altLang="en-US" dirty="0"/>
              <a:t>계산을 위한 자료 보관용 자료형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C1380E-E1C3-4090-8721-3E736C81A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29" y="3696236"/>
            <a:ext cx="5858618" cy="233149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82F6FD9-7D56-4CFC-90B5-73755B1FE568}"/>
              </a:ext>
            </a:extLst>
          </p:cNvPr>
          <p:cNvSpPr/>
          <p:nvPr/>
        </p:nvSpPr>
        <p:spPr>
          <a:xfrm>
            <a:off x="7727324" y="4136231"/>
            <a:ext cx="2395470" cy="147222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068AFC9-7977-478B-BF22-57B21AABADB4}"/>
              </a:ext>
            </a:extLst>
          </p:cNvPr>
          <p:cNvSpPr/>
          <p:nvPr/>
        </p:nvSpPr>
        <p:spPr>
          <a:xfrm>
            <a:off x="7508383" y="3917290"/>
            <a:ext cx="437882" cy="437882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B7CA793-9775-477D-8D6B-3C488D01487D}"/>
              </a:ext>
            </a:extLst>
          </p:cNvPr>
          <p:cNvSpPr/>
          <p:nvPr/>
        </p:nvSpPr>
        <p:spPr>
          <a:xfrm>
            <a:off x="9890974" y="5389517"/>
            <a:ext cx="437882" cy="437882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77AF7-859C-4C15-8424-748917047376}"/>
              </a:ext>
            </a:extLst>
          </p:cNvPr>
          <p:cNvSpPr txBox="1"/>
          <p:nvPr/>
        </p:nvSpPr>
        <p:spPr>
          <a:xfrm>
            <a:off x="6943615" y="3493395"/>
            <a:ext cx="3316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Left(x), top(y) – </a:t>
            </a:r>
            <a:r>
              <a:rPr lang="ko-KR" altLang="en-US" dirty="0"/>
              <a:t>좌상단의 좌표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CCC38-5057-46BF-B649-3A3531E2B648}"/>
              </a:ext>
            </a:extLst>
          </p:cNvPr>
          <p:cNvSpPr txBox="1"/>
          <p:nvPr/>
        </p:nvSpPr>
        <p:spPr>
          <a:xfrm>
            <a:off x="9079239" y="5843061"/>
            <a:ext cx="208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right(x), bottom(y)</a:t>
            </a:r>
          </a:p>
          <a:p>
            <a:r>
              <a:rPr lang="en-US" altLang="ko-KR" dirty="0"/>
              <a:t> </a:t>
            </a:r>
            <a:r>
              <a:rPr lang="ko-KR" altLang="en-US" dirty="0" err="1"/>
              <a:t>우하단의</a:t>
            </a:r>
            <a:r>
              <a:rPr lang="ko-KR" altLang="en-US" dirty="0"/>
              <a:t> 좌표</a:t>
            </a:r>
          </a:p>
        </p:txBody>
      </p:sp>
    </p:spTree>
    <p:extLst>
      <p:ext uri="{BB962C8B-B14F-4D97-AF65-F5344CB8AC3E}">
        <p14:creationId xmlns:p14="http://schemas.microsoft.com/office/powerpoint/2010/main" val="97476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2E867-C41A-44BE-99E9-48771C6A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만들기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BA9015-FB22-425E-94D4-89A5AD92B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 사각형을 만들고</a:t>
            </a:r>
            <a:r>
              <a:rPr lang="en-US" altLang="ko-KR" dirty="0"/>
              <a:t>, </a:t>
            </a:r>
            <a:r>
              <a:rPr lang="ko-KR" altLang="en-US" dirty="0"/>
              <a:t>이동 시키자</a:t>
            </a:r>
            <a:r>
              <a:rPr lang="en-US" altLang="ko-KR" dirty="0"/>
              <a:t>~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조건 </a:t>
            </a:r>
            <a:r>
              <a:rPr lang="en-US" altLang="ko-KR" dirty="0"/>
              <a:t>: </a:t>
            </a:r>
            <a:r>
              <a:rPr lang="ko-KR" altLang="en-US" dirty="0"/>
              <a:t>반드시 </a:t>
            </a:r>
            <a:r>
              <a:rPr lang="en-US" altLang="ko-KR" dirty="0"/>
              <a:t>RECT </a:t>
            </a:r>
            <a:r>
              <a:rPr lang="ko-KR" altLang="en-US" dirty="0"/>
              <a:t>자료형을 이용해서 사각형 정보를 보관하자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이동 </a:t>
            </a:r>
            <a:r>
              <a:rPr lang="en-US" altLang="ko-KR" dirty="0"/>
              <a:t>: </a:t>
            </a:r>
            <a:r>
              <a:rPr lang="ko-KR" altLang="en-US" dirty="0"/>
              <a:t>방향 키를 이용하자</a:t>
            </a:r>
            <a:r>
              <a:rPr lang="en-US" altLang="ko-KR" dirty="0"/>
              <a:t>~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가상 키보드 </a:t>
            </a:r>
            <a:r>
              <a:rPr lang="en-US" altLang="ko-KR" dirty="0"/>
              <a:t>: OS</a:t>
            </a:r>
            <a:r>
              <a:rPr lang="ko-KR" altLang="en-US" dirty="0"/>
              <a:t>가 보고 있는 가상의 키보드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다양한 </a:t>
            </a:r>
            <a:r>
              <a:rPr lang="ko-KR" altLang="en-US" dirty="0" err="1"/>
              <a:t>언어팩과</a:t>
            </a:r>
            <a:r>
              <a:rPr lang="ko-KR" altLang="en-US" dirty="0"/>
              <a:t> 언어를 지원할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기본적으로 기계에서 전달되는 전기 신호 값을 이용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사용자가 입력한 값으로 설정해서 구분하여 출력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기본적으로 가상 키보드에 물리 키보드 값이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248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310</Words>
  <Application>Microsoft Office PowerPoint</Application>
  <PresentationFormat>와이드스크린</PresentationFormat>
  <Paragraphs>48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과제</vt:lpstr>
      <vt:lpstr>마우스　왼쪽　버튼　이용</vt:lpstr>
      <vt:lpstr>화면 무효화</vt:lpstr>
      <vt:lpstr>화면 무효화 발생 조건</vt:lpstr>
      <vt:lpstr>게임 만들기 기초</vt:lpstr>
      <vt:lpstr>게임 만들기 기초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7</cp:revision>
  <dcterms:created xsi:type="dcterms:W3CDTF">2026-09-14T04:11:44Z</dcterms:created>
  <dcterms:modified xsi:type="dcterms:W3CDTF">2026-09-14T06:42:34Z</dcterms:modified>
</cp:coreProperties>
</file>