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1.73554" units="1/cm"/>
          <inkml:channelProperty channel="Y" name="resolution" value="15.88235" units="1/cm"/>
          <inkml:channelProperty channel="T" name="resolution" value="1" units="1/dev"/>
        </inkml:channelProperties>
      </inkml:inkSource>
      <inkml:timestamp xml:id="ts0" timeString="2026-09-07T06:03:14.78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150.06567" units="1/cm"/>
          <inkml:channelProperty channel="T" name="resolution" value="1" units="1/dev"/>
        </inkml:channelProperties>
      </inkml:inkSource>
      <inkml:timestamp xml:id="ts1" timeString="2026-09-07T06:03:19.921"/>
    </inkml:context>
  </inkml:definitions>
  <inkml:trace contextRef="#ctx0" brushRef="#br0">20373 17586 0,'53'-18'63,"-18"-17"-63,71-36 16,123-87-1,36-36 1,70-71-1,159-17 1,123-124 0,212-229-1,-229 159 1,-53-36 0,194-440-1,-230 370 1,18 106-1,71 35 1,-212-71 0,-106 177-1,-70 0 17,-36-36-17,1 72-15,34-19 31,19-35-15,-19-70 0,36-106-1,-141 388-15,35-212 16,18 53 0,-18 71-1,-17 35 1,-1 0-1,-52 105 1,-36 19 0,-17 35-1,-89 123 95,-70 123-95,-53 72 1,17-89 0,72-53-1,16-18 1,54-52 15,18-53-15,-1-18-1,18-18 173</inkml:trace>
  <inkml:trace contextRef="#ctx0" brushRef="#br0" timeOffset="895.62">29722 7179 0,'0'0'0,"17"0"203,-17 53-187,0 88 0,0 0-1,0 141 1,0-105 0,0 52-1,-17 36 1,17-18-1,0-89 1,0-17 15,0-52-31,0-54 16,0 0-16,17-17 16</inkml:trace>
  <inkml:trace contextRef="#ctx1" brushRef="#br0">15012 16910 0,'0'0'0,"0"0"15,0 0-15,0 0 16,-21 0 0,-23 0-16,-17 0 15,2-9-15,7-7 16,8-2 0,7-2-16,6 0 15,2-5-15,29 25 16,-19-29-16,3 0 15,8-7 1,0-2 0,6-10-16,2 0 0,9 1 15,2 1 1,5-2-16,8 6 31,4 5-31,5 5 0,5 5 16,6 5-1,8 9 1,4 8-16,-5 7 16,5 7-16,0 5 15,-3 3-15,-5 6 16,-2 2-16,-5 2 31,-6 3-31,0 4 0,-9 4 16,0 5-1,-10-2 1,-2 7-16,-6-2 16,-5-1-1,-6 2-15,-7-1 0,-6-5 32,-6-2-32,-3 1 15,-13-6-15,-1-8 16,-8-4-1,-3-6-15,4-7 16,-1-3 0,2-3-16,3-9 15,7 3-15,10-2 16,5 1 0,5 0-16,2-1 15,7 3-15,1 0 16,4 2-1,2 0-15,5 0 16,-4 0-16,3 2 16,-2-2-1,-1 0-15,1 0 16,-2 0 0,-2 0-16,-2-2 15,-2-3-15</inkml:trace>
  <inkml:trace contextRef="#ctx1" brushRef="#br0" timeOffset="5169.03">11888 14613 0,'23'0'0,"22"7"15,17 7 1,1 16-16,-3 6 15,-2 9-15,-6 4 16,-12 2 0,-12 0-16,-15 7 15,-17-4-15,-22 4 16,-21-8 0,-15 0-16,-30 0 15,-17-8 1,14-14-16,21-15 15,74-13-15,-41 2 16,41-14 0,30-11-16</inkml:trace>
  <inkml:trace contextRef="#ctx1" brushRef="#br0" timeOffset="5444.08">12800 14898 0,'0'0'0,"0"0"16,0 0 0,-30 7-16,-30 8 15,-30 6 1,-14 13-16,-18 11 16,6 6-16,11 5 15,24-7 1,25-5-16,33-10 15,23-2 1,23-6-16,27 6 16,41 19-16,63 27 15,54 18-15</inkml:trace>
  <inkml:trace contextRef="#ctx1" brushRef="#br0" timeOffset="5678.09">12870 15565 0,'0'0'0,"0"0"16,-14 19 0,-7 13-16,-13 18 31,-9 4-31,-2-5 15,-9-3 1,1-6-16,2-7 16,7-13-16,11-16 15</inkml:trace>
  <inkml:trace contextRef="#ctx1" brushRef="#br0" timeOffset="6569.13">13093 15173 0,'0'0'0,"0"0"0,0 0 16,18 7-1,19 1-15,17 13 16,-12 2-16,-3 3 15,0-1 1,-39-25-16,0 0 16,31 29-16,-11 5 15,-11 1 1,-15-5-16,-2-5 16,-5 0-1,13-25-15,-14 27 16,14-27-16,-11 31 15,7-5 1,13-6-16,9-9 16,8-8-16,10-6 15,2-8 1,13-15-16,3-5 16,-6-4-1,0-2-15,-6-2 16,-3 3-16,-9 1 15,-30 35 1,0 0 0,0 0-16,25-27 0,-14 11 31,-6 12-31,-7 14 0,-7 13 31,-5 15-31,-7 18 0,-8 11 16,-2 11-16,-18 32 31,-11 26-31,-2 6 16,4-9-16,5-11 0,1-11 15,-1-5 1,-3-2-16,7-18 16,-9-13-1,-1-16-15,-3-23 16,15-19-16,-2-13 31,-1-14-31,-1-16 16,2-19-16,3-16 0,-2-28 31,12-23-31,16-5 0,18 1 31,18 7-31,17 9 16,18 8-16,18 12 0,24 15 31,27 22-15,38 39-16,39 49 0,19 62 0,6 65 31,-30 35-31</inkml:trace>
  <inkml:trace contextRef="#ctx1" brushRef="#br0" timeOffset="15200.78">21792 12447 0,'0'0'0,"0"0"16,-13 25-16,-3 9 15,-6 14 1,-1-8-16,-1 2 15,-2-6-15,-5-8 16,-8-3 0,39-25-16,-42 18 15,-7-6-15,-5-9 16,1-6 0,-1-8-16,2-3 15,1-7-15,2-1 16,3-8-1,5-5-15,7-7 16,2-3 0,8-8-16,8-7 15,8-3-15,8-3 16,7 3 0,6 1-16,7 6 15,7 8 1,4 5-16,7 11 15,8 8 1,2 11-16,2 8 16,9 13-16,-7 4 15,8 15-15,-8 5 32,3 8-32,-8 4 0,-8 10 15,-8 3-15,-7 4 16,-8 1-1,-13 4 1,-9 6 0,-11 1-16,-15 26 0,-9 2 31,4-13-31</inkml:trace>
  <inkml:trace contextRef="#ctx1" brushRef="#br0" timeOffset="15863.27">22103 12951 0,'0'0'0,"0"0"0,-11-17 16,-1-10-1,-1-10-15,4-1 16,9 0-16,13 2 15,2 3 1,10 4-16,17 0 16,5 9-16,-1 15 15,-1 17 1,-7 14-16,-6 15 16,-7 8-1,-9 11-15,-11 5 16,-18 4-16,-4 4 15,-18 20 1,-11 6-16,-4-20 16,50-79-16,-42 56 31,42-56-31,-33 26 0,10-16 16,10-20-1,11-12-15</inkml:trace>
  <inkml:trace contextRef="#ctx1" brushRef="#br0" timeOffset="16183.29">22685 12466 0,'0'0'0,"0"0"0,-19 14 15,-4 3 1,-7 15-16,4 1 16,9 11-16,1 5 15,6 10 1,2-1 0,12 4-1,5-4-15,12-2 16,4-7-1,8-6-15,5-10 0,13-13 32,0-6-32,1-10 0,4-4 0</inkml:trace>
  <inkml:trace contextRef="#ctx1" brushRef="#br0" timeOffset="16428.7">23151 13084 0,'0'0'0,"0"0"15,0 0-15,0 0 16,2 21-1,4 16-15,6 25 16,-6 2-16,-12-6 16,-17-13-1</inkml:trace>
  <inkml:trace contextRef="#ctx1" brushRef="#br0" timeOffset="17504.25">23259 12512 0,'0'0'0,"0"0"0,0 0 31,0 0-31,3 20 0,5 21 16,3 15-1,-8-9-15,4-11 16,-2-16 0,7-13-1,3-16-15,3-16 0,3-7 16,-2-8-16,6-10 16,2 4-1,1 3 1,-28 43-16,32-30 15,1 9 1,0 19-16,-7 13 0,-7 17 31,1 14-31,-1 19 16,-6 7-16,-2 2 0,-2-8 16,-9-62-1,0 0 1,0 0-16,8 47 0,4-21 31,-2-24-31,-2-13 0,-1-15 31,-4-8-31,3-6 0,-4-7 32,2 1-32,-4 46 15,7-40 1,-7 40-16,11-34 15,3 14-15,4 11 16,2 13 0,2 16-16,-3 16 15,5 26 1,-4 20-16,0 38 16,0 42-16,-4 22 15,-7-3 1,-7-10-16,-7-10 15,-6-2-15,-6-6 16,-9-13 0,-2-18-16,-7-17 15,0-28 1,-4-23-16,4-29 16,-3-13-16,-5-10 15,-7-13 1,2-13-16,-4-16 15,9-18 1,3-13-16,-7-32 16,4-16-16,11 3 15,11 5 1,13 15-16,16 4 16,13 2-16,15 1 15,18-12 1,14-4-16,19-2 15,15-1-15,-5 22 16,-13 26 0,-10 18-16,-6 18 15,-8 17-15,-8 14 16,2 11 0,-2 11-1,-6 11 1,-10 11-16,-6 11 15,-3 4-15</inkml:trace>
  <inkml:trace contextRef="#ctx1" brushRef="#br0" timeOffset="17662.2">24304 13352 0,'0'0'0,"0"0"31,0 0-31,0 0 16</inkml:trace>
  <inkml:trace contextRef="#ctx1" brushRef="#br0" timeOffset="25416.8">23319 11107 0,'0'0'0,"0"0"0,0 0 0,0 0 15,0 0 1,0 0-16,-17 8 16,-17 0-1,-13 10-15,11-2 16,2 0-16,6-6 16,3-1-1,-5 0-15,-3 0 16,33-9-16,-34 5 15,-5-3 1,-9-4 0,7-6-16,-3 2 15,6-5-15,2-6 16,1-1-16,2-5 16,6-4-1,3 1-15,2-2 16,3-5-16,-2-6 15,7-5 1,14 44-16,-7-46 16,7-6-1,0 52-15,10-51 16,10 4-16,10 5 16,4 2-1,10 11-15,4 3 16,7 10-16,1 8 15,-4 8 1,-1 8-16,-6 13 16,-8 8-1,-6 16-15,-9 9 16,-11 8 0,-9 7-16,-7 7 0,-14 24 31,-5 13-31,-6-11 0,5-17 15,25-85 1,-30 75 0</inkml:trace>
  <inkml:trace contextRef="#ctx1" brushRef="#br0" timeOffset="25986.24">23571 11243 0,'0'0'0,"0"0"16,0 0-16,-12-14 15,3-17-15,-3-6 16,12-6-1,12 4-15,7-4 16,14 3-16,7 4 16,2 5-1,4 7-15,-3 9 16,-2 14 0,-8 9-16,-7 9 15,-8 8 1,-8 10-16,-10 7 15,-13 18-15,-15 3 16,-15 4-16,-20 18 16,-10 7-1,-1-8-15,17-19 16,57-65-16,0 0 16,0 0-1,-33 32-15,25-29 16</inkml:trace>
  <inkml:trace contextRef="#ctx1" brushRef="#br0" timeOffset="26291.01">24211 10732 0,'0'0'0,"0"0"0,0 0 15,-18 7-15,-19 12 16,-9 17 0,3 11-1,2 9-15,5 7 0,4 2 16,7-5-16,12-3 16,13-7-1,6-5 1,-6-45-1,25 35-15,14-8 0,13-9 32,8-6-32,0-9 15</inkml:trace>
  <inkml:trace contextRef="#ctx1" brushRef="#br0" timeOffset="26561.43">24606 11180 0,'0'0'0,"0"0"0,0 0 0,0 0 0,0 0 15,-5 26 1,1 19-16,-9 21 15,-5-10 1,0-6-16,-6-3 16,24-47-16,0 0 15,-28 37-15</inkml:trace>
  <inkml:trace contextRef="#ctx1" brushRef="#br0" timeOffset="27451.42">24963 10824 0,'0'0'0,"0"0"15,0 19 1,0 20-16,0 18 15,0-3 1,0-3-16,0-8 16,8-15-16,10-13 15,10-19-15,3-7 32,3-14-32,15-14 0,2-7 15,-5-5 1,-4-4-16,-4 2 15,-38 53-15,37-49 16,-37 49 0,0 0-16,28-40 15,-28 40-15,20-20 32,-10 22-32,-4 16 0,-4 15 31,-4 9-31,-1 23 0,-2 12 15,1 25-15,4 19 16,0 8 0,6 1-1,0-10 1,7-4-16,-5-9 16,-3-9-16,-5-5 0,-2-8 31,-4-9-31,-12-5 0,-4-14 31,-2-11-31,-12-6 16,-2-7-16,-8-10 15,-4-12-15,-1-14 16,-3-14 0,1-10-1,1-11-15,4-11 16,1-9-16,-4-22 0,8-8 31,12-1-31,12 12 16,14-3-1,17 10-15,9 6 16,5 9-16,13 0 16,12-2-1,17-3-15,11 4 16,4 7-1,3 12-15,-6 11 16,7 4-16,2 4 16,1 2-1,0 12-15,3 4 16</inkml:trace>
  <inkml:trace contextRef="#ctx1" brushRef="#br0" timeOffset="33580.58">24573 9472 0,'0'0'0,"0"0"0,0 0 16,-14 14-1,-5 6-15,-10 4 16,4-4 0,0-3-16,0 6 15,-3-3-15,1 3 16,-3-1-1,0-2 1,30-20-16,-34 18 0,-9 0 31,4-10-31,-3-2 16,3-9 0,3-3-16,-1-3 15,7-5 1,0-4-16,-1 1 0,0-8 15,-2-7 1,3 0 0,5-2-16,5-2 15,5-2-15,-2 2 16,11-2 0,-1 2-16,10 7 0,4-3 31,5 2-31,4 1 15,6 1-15,7 2 16,2-1 0,6-2-16,-37 29 15,45-25 1,1 4-16,3 2 16,-49 19-16,51-12 15,1 10 1,-1 2-16,-7 5 15,-3 9-15,0 1 16,-1 8 0,-4 5-16,-4 6 15,-4 5 1,-7 3-16,-7 5 16,-9 1-16,-10 2 15,-5 2 1,-8-1-16,-3-1 15,-4 2 1,-4-7-16,29-45 16,-22 43-1,9-7-15,10-13 0</inkml:trace>
  <inkml:trace contextRef="#ctx1" brushRef="#br0" timeOffset="34118.44">24756 9501 0,'0'0'0,"0"0"15,0 0-15,0 0 16,2-15-16,17-19 15,8-10-15,14 11 32,10 5-32,2 6 15,1 5 1,-5 15-16,-8 7 16,-8 10-1,-15 12-15,-11 3 0,-8 11 16,-11 13-1,-8 7-15,-10 1 0,-1-1 32,-7-4-17,2-7-15,36-50 0,0 0 16,-29 36 0,11-28-1,20-28-15</inkml:trace>
  <inkml:trace contextRef="#ctx1" brushRef="#br0" timeOffset="34387.64">25514 9124 0,'0'0'0,"0"0"16,0 0-1,-16 18-15,-13 14 16,-18 16-1,1 10-15,-11 20 16,1 11-16,16-10 16,13-16-1,16-15-15,9-10 16,5-2-16,9-11 16,8-5-1,8-2-15,9-7 16,15-3-1,0-11-15</inkml:trace>
  <inkml:trace contextRef="#ctx1" brushRef="#br0" timeOffset="34625.44">25835 9665 0,'0'0'0,"0"0"0,0 0 16,0 0-1,0 18-15,0 24 16,-7 18 0,-7-1-16,-8-7 15,-16-16-15,-20-11 16</inkml:trace>
  <inkml:trace contextRef="#ctx1" brushRef="#br0" timeOffset="35534.61">26136 9311 0,'0'0'0,"0"0"0,0 0 16,0 0-16,12-3 31,15-3-31,16-6 0,4 2 16,-3 5 0,-5 5-16,-15 15 15,-2 12 1,-12 7-1,-4 5-15,-4 4 16,-1 7-16,-1-50 0,0 0 31,0 0-31,5 41 0,6-15 32,5-24-32,8-16 15,9-18 1,6-16-16,-1-10 15,-3-5-15,-3 1 16,-8 1 0,-24 61-16,0 0 15,23-57-15,-23 57 16,0 0 0,13-42-16,-5 20 15,-4 25 1,0 18-16,-8 12 15,0 14-15,1 27 16,-2 29 0,-3 26-16,3 11 15,2 7 1,3-9-16,1-14 16,4-10-16,0-13 15,-2-10 1,-3-12-16,0-79 15,-3 65-15,3-65 16,0 0 0,-10 42-16,-11-12 15,-8-19-15,-6-10 16,-10-5 0,-13-10-16,-5-8 15,-1-7 1,-3-6-16,-6-12 15,0-5-15,13-6 16,13 7 0,17 10-16,19 4 15,11-8-15,18-3 16,22-6 0,27-6-1,39-19-15,47-13 0,37 2 16,3 22-1,0 25-15,-2 18 16</inkml:trace>
  <inkml:trace contextRef="#ctx1" brushRef="#br0" timeOffset="46366.25">22919 10792 0,'0'0'0,"0"0"0,0 0 16,0 0-16,0 0 16,0 0-16,0 0 15,0 0 1,0 0 0,0 0-16,0 0 0,0 0 15,0 0 1,0 0-16,0 0 15,0 0 1,0 0 0,0 0-16,-13 9 0,-4 5 31,-4 3-31,-1-3 0,4 4 16,-2-2-16,-2-2 31,5 7-31,-4-1 0,-1 1 31,22-21-31,-25 26 0,-2 3 31,-4 9-31,-3-2 16,4-3-16,0 4 0,0-2 16,0-2-16,-1 6 31,2-4-16,-2 0-15,2 4 16,-4 1-16,1-3 16,-3 5-1,5-6-15,-1 5 16,2-2-16,-2-2 16,2 0-1,2 0-15,-3 0 16,0-2-16,2-2 15,-4 1 1,5 0-16,-5-2 16,4 2-1,28-34-15,-32 36 16,-2 1-16,-2-5 16,5 1-1,-3-1-15,5-1 16,-2-3-1,31-28-15,-29 26 16,-2 5-16,2-2 16,29-29-1,-30 27-15,30-27 16,0 0-16,-26 29 16,26-29-1,0 0-15,0 0 16,-27 24-16,27-24 15,0 0 1,0 0-16,-18 19 16,18-19-1,0 0-15,0 0 16,-15 12-16,15-12 16,0 0-1,0 0-15,-14 10 16,14-10-1,0 0-15,0 0 16,-8 6 0,8-6-16,0 0 15,0 0-15,-6 6 16,6-6-16,0 0 16,0 0-1,-3-6 1</inkml:trace>
  <inkml:trace contextRef="#ctx1" brushRef="#br0" timeOffset="54907.05">24209 9371 0,'0'0'16,"0"0"-16,0 0 15,0 0-15,0 0 16,0 0 0,0 0-16,0 0 15,0 0 1,0 0-16,0 0 15,0 0-15,0 0 16,0 0 0,0 0-16,-8 0 15,0 4 1,-6 2-16,3 0 16,5-3-16,0 0 15,4-3 1,-3 3-16,2-3 15,-7 3-15,3-2 16,1 1 0,-1 3-16,-1 4 15,0 0 1,-4-1-16,0 3 16,-2 0-1,-3-3-15,1 4 16,0 0-1,2 2-15,0-3 16,-3 5-16,0-4 16,-3 6-1,-2 2-15,22-20 16,-24 19-16,-1 5 16,-2 5-1,-1 3-15,-4-1 16,3-2-1,1 3-15,28-32 0,-32 33 32,2 4-32,-3 1 0,3-2 31,-3 1-31,33-37 0,-32 37 31,-1 6-31,0 0 16,1-4-16,0-3 0,4 1 31,1-3-31,2-2 16,0 2-1,4 0-15,-1-3 16,-2 0-16,1-1 16,0 3-1,-2-2-15,3 0 16,2 0-16,20-31 15,-20 29 1,-3 2-16,-1 8 16,24-39-1,-25 35-15,25-35 16,-24 34-16,24-34 16,0 0-1,0 0-15,-21 31 16,21-31-1,-12 20-15,-1-8 16,8-16-16</inkml:trace>
  <inkml:trace contextRef="#ctx1" brushRef="#br0" timeOffset="55702.81">23031 10330 0,'0'0'0,"0"0"16,0 0-16,0 0 15,0 0 1,0 0-16,0 0 31,0 0-31,-8 20 0,-2 19 16,-10 12 0,1-8-16,2 0 15,4-1 1,4 1-1,9-43-15,-11 43 0,11-43 16,-8 47-16,8-47 16,0 0-16,0 0 15,-5 42 1,5-42 0,0 0-1,0 0-15,-1 36 16,1-36-1,1 18-15,9-9 16,4-11 0,-14 2-16,19-7 15,10-7-15,1-2 16,3-1 0,8-7-16,-2 4 15,-1-1-15,2 3 16,-1 0-1,1 2-15,-2 0 16,-38 16 0,41-15-16,-41 15 15,0 0-15,0 0 16,33-11 0,-33 11-16,0 0 15,0 0-15,24-6 16,-24 6-1,0 0-15,0 0 16,19-5-16,-19 5 16,0 0-1,11-4-15,1-6 16</inkml:trace>
  <inkml:trace contextRef="#ctx1" brushRef="#br0" timeOffset="68512.03">26036 7900 0,'0'0'0,"0"0"16,0 0-1,0 0-15,0 0 16,0 0 0,0 0-16,-12 15 15,-2 6-15,-5 9 16,2-7-1,1-1-15,-4 2 16,-4-2-16,1 6 16,-7-2-1,-4 5-15,-1-1 16,-3-6-16,3-1 16,35-23-1,-41 17-15,-1-6 16,-4-4-16,0-5 15,3-6 1,2-5-16,-2-2 16,2-5-1,1-1-15,1-6 16,5-2-16,0-4 16,1 0-1,3-5-15,3 0 16,6-5-1,2 4 1,2-7-16,8 3 0,4-5 16,3-1-1,9 0-15,2 1 16,5 1 0,8-3-16,-1 7 15,4-1-15,4 6 16,6 1-1,0 5 1,1 3-16,10 6 0,-5 2 16,6 5-1,2 3-15,0 3 16,3 1-16,-4 5 16,2 5-1,-4-1-15,-2 7 31,2 4-31,-2 7 16,1 6-16,-5 5 0,0 5 16,-3 10-1,-6 5-15,-9 10 16,-12 6-16,-2 5 31,-11 22-31,-7 6 0,-8-13 16,18-89-16,-15 65 31,15-65-15,0 0-16,0 0 15,-14 35 1,3-12-16,4-11 16,3-7-16,2-4 15,-1-2 1,6-6-16,5-3 15</inkml:trace>
  <inkml:trace contextRef="#ctx1" brushRef="#br0" timeOffset="68991">26394 7903 0,'0'0'0,"0"0"15,-8-18 1,2-17-16,2-19 15,16 3-15,20 5 16,12 5-16,8-1 31,5 3-31,-8 13 0,-1 11 16,-9 15 0,-9 15-16,-11 6 15,-13 8-15,-9 13 16,-12 19-1,-13 9 1,-20 23 0,-16 17-16,-5-5 0,8-15 15,61-90-15,0 0 32,-42 52-32,26-34 15,16-30-15,22-25 0</inkml:trace>
  <inkml:trace contextRef="#ctx1" brushRef="#br0" timeOffset="69245.67">27014 7390 0,'0'0'0,"0"0"31,-17 22-31,-15 16 15,-14 24 1,-17 27-16,1 17 16,14-1-16,24-16 15,13-21 1,22-23-16,5-14 16,15-7-16,13-7 15,19-6 1,15-6-16</inkml:trace>
  <inkml:trace contextRef="#ctx1" brushRef="#br0" timeOffset="69498.63">27296 7864 0,'0'0'0,"0"0"0,0 0 16,1 17 0,7 19-16,3 21 15,-11 2 1,-8 9-16,-19 1 16,-15 7-16,-14-13 15,4-11 1</inkml:trace>
  <inkml:trace contextRef="#ctx1" brushRef="#br0" timeOffset="70714.25">27324 7659 0,'0'0'0,"0"0"16,0 0-16,0 0 15,0 0-15,19 18 16,11 4 0,10 1-1,-1-6-15,2-9 16,-3-10-16,-5-7 16,-9-6-1,-5-5-15,-1-5 16,0-5-1,2-4-15,5-8 0,2-4 32,-1-3-32,3 0 15,1 1 1,-30 48-16,0 0 16,0 0-1,24-42-15,-7 15 0,-6 17 31,-2 15-31,-4 16 16,-3 13-16,1 16 16,-1 24-1,4 34-15,-1 22 16,6 10 0,6 7-16,7-10 15,3-12-15,3-15 16,-3-16-16,-1-10 15,-13-12 1,-13-72-16,2 53 16,-2-53-1,-11 45-15,-13-9 16,-14-14-16,-3-11 16,-2-11-1,-3-8-15,-1-12 16,-8-9-16,4-10 15,2-11 1,6-5-16,7-10 16,5-23-1,16-6-15,12-3 16,17 7-16,10 13 16,13 7-1,10 7-15,14 14 16,11 10-1,16 10 1,12 15-16,10 14 0,-10 11 16,-15 16-1,-23 0-15,-62-27 16,0 0 0,0 0-16,38 33 15,-38-33-15,0 0 16,0 0-16,25 30 15,-25-30 1,0 0-16,0 0 16,16 26-16,-16-26 15,0 0 1,0 0 0,9 17-16,-9-17 15,0 0 1,0 0-16,5 3 0,-5-3 15,0 0 1,0 0-16,4 0 31,-4 0-31,0 0 16,0 0 0,4-3-16,-4 3 15,0 0-15,0 0 16,5 0-16,-5 0 15,0 0 1,0 0 0,2 0-16,-2 0 15,0 0-15,0 0 16,0 0 0,0 0-16,-7 0 15</inkml:trace>
  <inkml:trace contextRef="#ctx1" brushRef="#br0" timeOffset="73794.75">25686 7767 0,'0'0'0,"0"0"0,0 0 15,0 0-15,0 0 16,0 0-16,0 0 15,0 0 1,0 0-16,0 0 16,0 0-16,0 0 15,-13 15 1,-12 10-16,0 4 16,-2-1-16,5-6 15,-5 7 1,-2 2-16,-11 8 15,-5 4 1,-7 9-16,-6 10 16,-22 22-16,-25 25 15,2 12 1,4-6 0,11-5-16,9-5 0,11-9 31,3-4-31,8-13 15,5-7-15,11-11 0,41-61 16,-25 40 0,25-40-16,0 0 15,0 0 17,-23 29-32,23-29 15,0 0-15,0 0 16,-17 19-16,17-19 15,0 0 1,0 0-16,-8 11 16,8-11-1,0 0-15,0 0 0,-7 5 16,7-5 0,0 0-1,0 0-15,-7 7 16,7-7-1,0 0-15,0 0 16,-3 5-16,3-5 16,0-2-1</inkml:trace>
  <inkml:trace contextRef="#ctx1" brushRef="#br0" timeOffset="80878.09">20462 16527 0,'0'0'0,"0"0"0,0 0 31,5-28-31,6-42 16,16-30-16,11-42 0,15-35 16,11-22-1,1 4-15,-4 21 32,1 18-32,4 9 15,7 5 1,14-3-16,8-3 15,6-6-15,12-7 0,8 2 32,7 9-32,2 10 15,-1 20-15,-7 20 0,-5 17 32,-8 16-17,-11 22-15,-3 16 16,-5 15-16,-6 14 15,-5 16 1,-1 16-16,2 14 16,-2 11-1,6 21-15,-6 11 16,3 19-16,5 31 16,-9 17-16,2 20 15,2 15 1,4 20-1,10 5-15,1-12 16,6-13-16,-1-7 16,0-28-16,7-8 15,2-15 1,3-14-16,3-11 16,1-11-1,-1-12-15,1-5 16,2-3-16,1-5 15,-5-13 1,-7-13-16,1-17 16,-5-16-1,3-17-15,1-20 16,-2-19-16,-5-24 16,2-30-1,1-28-15,-7-25 16,-9-22-1,2-36-15,4-62 16,-10-10-16,-1-16 16,3-12-16,-3-12 15,5-11 1,5 0-16,5 1 16,1 10-1,7 14-15,3 12 16,2 12-16,1 9 15,5 12 1,3 16 0,2 19-16,3 16 0,-10 20 15,4 22 1,-13 34 0,-6 24-16,-10 17 15,-19 30-15,-6 24 16,-8 18-16,-15 19 31,-7 13-31,-7 13 16,-5 17-16,2 17 15,-9 18 1,-7 40-16,-2 43 0,-10 34 31,-9 6-31,-5 5 0,-4 6 31,-4 14-31,-3 28 16,1 12-16,3 9 16,8 10-1,7 14-15,9 11 16,17 1 0,13-6-16,10-7 15,12-12-15,8-19 16,3-19-1,7-23-15,0-30 16,-3-48 0,-5-34-16,-2-32 15,-11-35-15,-5-31 16,-2-19 0,-3-24-16,10-30 15,11-51-15,13-65 16,9-60-1,5-42-15,-8-2 16,-3-10 0,-5-14-16,-1-10 15,-2-8-15,4-14 16,9-20 0,17-12-16,24-21 15,24-22-15,27-32 16</inkml:trace>
  <inkml:trace contextRef="#ctx1" brushRef="#br0" timeOffset="87533.64">12574 13300 0,'0'0'0,"0"0"0,-19 0 0,-10 0 31,-10 0-31,20-10 0,7-14 32,16-16-32,6-25 15,10-28-15,15-41 0,22-57 16,11-23-16,8-25 31,1 19-15,3 6-16,5 1 15,6 10-15,0 6 16,-1 19 0,0 2-16,13-6 15,10-2-15,14-14 16,-2 10 0,3 8-16,3 8 15,-5 12 1,-15 21-16,-3 11 15,-1 5-15,9 9 16,-1 9 0,2 6-16,0 10 15,0 10-15,-5 0 16,-2 13 0,-11 13-16,-4 10 15,-5 12 1,-6 16-16,-10 9 15,-12 9-15,-16 12 16,-8 7-16,-3 9 16,-5 9-1,-3 7 1,-9 11-16,-6 10 16,-9 9-16,-18 31 15,-8 20-15,-15 13 16,-11 21-1,-13 6-15,2 1 16,-5 20 0,-6 11-16,-5 11 15,-1 15-15,2-2 16,4 7 0,3 2-16,5 14 31,1 4-31,13 3 0,6-7 15,15-3-15,8-7 16,17-18-16,13-7 16,6-22-1,13-7-15,4-3 32,3-11-32,7-14 0,5-9 31,4-16-31,3-19 15,-3-18-15,7-20 16,-6-17-16,-2-15 0,-8-22 31,-8-11-31,-5-11 0,-2-12 32,0-16-32,4-26 0,0-28 31,6-54-16,4-80-15,6-81 16,-12 28-16,-6 7 16,8 1-16,-3-2 15,3 7 1,5 2-16,9-1 16,5-1-16,3 3 15,9 6 1,10 7-16,11 8 15,3 12 1,4 8-16,1 11 16,5 14-16,-2 25 15,2 13 1,0 9-16,-7 21 16,-9 23-16,-10 23 15,-5 16 1,-3 13-16,-1 14 15,-2 8 1,-10 14-16,-9 11 16,-1 11-16,-6 14 15,-14 15 1,-11 18-16,-12 17 16,-9 42-16,-26 38 15,-12 23 1,-15 12-16,-1-1 15,-6 4 1,-7 9-16,-5 14 16,-5 29-16,-1 2 15,10 3 1,2 0 0,20 0-16,14 0 15,16-4-15,7-10 16,3-3-16,12-15 15,7-2-15,12-29 32,9-8-32,9-12 0,4-27 31,6-22-31,2-32 0,-1-21 31,0-20-31,-10-25 0,0-14 16,2-12-1,2-19 1,-5-15-16,-1-20 16,-2-16-16,-3-36 15,4-46 1,-2-35-16,-3-17 16,-8-23-1,-1-25-15,-12 7 16,10 3-16,1 3 15,3 4 1,1 3-16,11 6 16,7-2-1,17 7-15,7 3 16,13 12-16,10 13 16,4 12-1,-1 30-15,-1 19 16,-1 16-16,-3 20 15,-7 20 1,-3 18-16,-4 13 16,-3 10-16,-10 15 15,-12 9 1,-5 14-16,-2 6 16,-6 12-1,-4 10-15,-6 14 16,-5 13-16,-6 12 15,-11 19 1,-9 36-16,-18 40 16,-15 24-1,-6 2-15,-5 3 16,1 1-16,-2 0 16,4 4-16,-1 2 15,-4-2 1,1 3-16,3 9 31,3 3-31,4 3 16,5-8-16,8-6 15,8-13-15,8-7 16,10-17-16,6-3 16,6-21-1,3-13 1,4-16-16,3-13 0,3-12 31,2-11-31,1-8 16,-9-20-1,-17-43-15,25 31 0,-25-31 16,34 19 0,-4-19-16,-3-16 0,-4-16 31,6-28-31,-1-22 0,5-51 31,2-52-31,-2-41 16,-3-19-1,2 19-15,-5 7 16,1 1 0,4 1-16,8 5 15,-1 13-15,7-5 16,8-2-1,1 6-15,12 5 16,7 7-16,-1 18 16,7 3-1,4 13 1,-3 18-16,2 14 16,-3 18-1,-6 21-15,-1 9 0,5 10 16,3 8-1,-2 11-15,-4 17 16,-8 6-16,-9 19 16,-6 5-1,-5 9-15,-3 11 16,-6 11 0,-9 17-16,-14 13 15,-10 16-15,-14 32 16,-25 31-1,-14 26-15,-17 16 16,-13 5-16,-10 18 16,-13 27-1,-2-4 1,1 13-16,12 6 0,16 8 16,17 5-1,16 13-15,13 13 16,13 16-1,15 20-15,7 25 16,-7 23-16</inkml:trace>
  <inkml:trace contextRef="#ctx1" brushRef="#br0" timeOffset="102955.49">25983 11882 0,'0'0'0,"0"0"15,-25 0 1,-27 0-1,-21 0-15,-14 0 0,5 0 16,-4 0 0,-1 0-16,-6 0 15,-2 0-15,-9 0 16,-4 0 0,-4 0-16,-4 0 31,-5 0-31,-2 0 0,-7 3 15,1 3-15,-3 0 16,-2 4 0,18-2-16,11-7 31,16 4-31,15-4 16,10-1-16,20-1 15,6-5-15,38 6 0,-35-9 31,7-1-31,28 10 0,0 0 32,-16-14-17,16 14-15,-8-14 16,19 2-16</inkml:trace>
  <inkml:trace contextRef="#ctx1" brushRef="#br0" timeOffset="103604.8">24628 13446 0,'0'0'0,"0"0"15,-20-1-15,-20-5 0,-22-7 16,-1 8 0,-8 2-16,0 0 15,-5 3 1,-22 0 0,0 5-16,-5-2 0,-2 0 31,-5 1-31,1 5 0,-6 0 15,-2 0-15,1 4 16,0-3 0,-5 3-16,-2 1 15,10 0 1,9 1 0,10-1-16,13-1 0,7 0 15,4-2 1,70-11-16,-54 9 31,54-9-31,-46 5 0,46-5 16,0 0-16,-45 0 31,45 0-31,-34-8 16,23-5-16,14-2 0</inkml:trace>
  <inkml:trace contextRef="#ctx1" brushRef="#br0" timeOffset="104337.25">27273 10330 0,'-27'-5'0,"-18"-2"0,-17-4 16,-6 3-1,-14 1-15,-16-4 16,-8 3-16,-9 0 31,-6 1-31,-10 2 0,-11 2 16,-7 3-1,5 0 1,5 0-16,3 0 0,2 0 16,9 3-1,-1 2-15,7 4 16,6 2-16,9-4 16,6 1-1,11 0-15,87-8 31,-76 2-31,76-2 0,-61-2 16,61 2-16,0 0 16,-42-11-1,24-3-15,18 3 16,22 4-16</inkml:trace>
  <inkml:trace contextRef="#ctx1" brushRef="#br0" timeOffset="105117.2">28458 8867 0,'0'0'0,"-29"0"0,-15-5 16,-24 0 0,-3 0-16,-7-4 15,-23 1-15,0-6 16,1 4-1,-1-1-15,-1-3 16,-5 3 0,-8-4-16,-2 1 15,-11-1-15,-10 3 16,-4 1 0,6 0-16,5 6 15,9-4 1,5 7-16,-2 2 15,7 2 1,14 4-16,5 0 0,19-4 16,18 2-1,56-4-15,0 0 16,-39-1 0,39 1-16,0 0 15,0 0-15,-30-8 16,30 8-1,0 0-15,0 0 16,-14-9-16,14 9 31,0 0-31,0 0 0,-7-8 32,7 8-32,0 0 0,-5-8 31,-7 2-31</inkml:trace>
  <inkml:trace contextRef="#ctx1" brushRef="#br0" timeOffset="112306.1">25898 11281 0,'0'0'0,"0"0"0,0 0 0,0 0 32,13 11-32,14 8 15,13 5-15,6 6 0,6 3 16,-1 5 0,-3 7-1,-2 4-15,-7 4 0,-6 7 31,-6 6-31,-16 5 0,-14 9 32,-30 30-32,-37 17 15,-50 15 1,-29 1-16,-15-10 0,9-15 0,16-15 31,14-18-15,19-11-16,22-15 15,15-13 1,69-46-16,-51 30 16,19-18-16</inkml:trace>
  <inkml:trace contextRef="#ctx1" brushRef="#br0" timeOffset="112672.51">25229 12555 0,'0'0'0,"-16"16"16,-12 6-16,-10 14 16,-10 15-1,-2 12-15,-16 24 16,-1 20-16,9-4 15,24-16 1,34-87-16,0 0 16,-1 49-1,23-30-15,9-19 16,7-13 0,11-1-16,7-2 0,3 4 15,5 5 1,7 4-16,-1 6 15,1 6 1,3 4-16</inkml:trace>
  <inkml:trace contextRef="#ctx1" brushRef="#br0" timeOffset="113246.12">27303 9856 0,'0'0'0,"0"0"16,21 0-16,31 6 31,24 7-31,10 12 0,-8 3 31,0 5-31,-10 9 0,-6 6 31,-13 4-31,-22 1 16,-11-1-16,-16 13 16,-16 5-1,-23 3-15,-33 27 16,-48 16-1,-37 7-15,-10-10 16,-9-2-16,13-11 16,20-12-1,24-9-15,27-16 16,92-63-16,0 0 16,-54 34-1,32-23-15,30-25 16,21-15-16</inkml:trace>
  <inkml:trace contextRef="#ctx1" brushRef="#br0" timeOffset="113568.63">26937 10794 0,'0'0'0,"-29"7"0,-20 13 16,-16 16-1,-17 22-15,-9 20 16,-3 10 0,12 4-16,13-5 15,21-12-15,20-11 16,21-21 0,12-6-1,6-11-15,14-8 0,12-5 16,23 0-16,17-10 31,36-8-31,35-10 0,24-10 16,-7-3-1,-21 0-15</inkml:trace>
  <inkml:trace contextRef="#ctx1" brushRef="#br0" timeOffset="114111.39">28538 8437 0,'0'0'0,"0"0"0,24 0 15,36 5-15,29 2 16,21 15-1,-13 9-15,-9 7 16,-15 4 0,-11 8-16,-7 3 15,-15 8-15,-18-7 16,-13-3 0,-13 6-16,-20 9 15,-17 3-15,-40 20 16,-39 12-1,-32-6-15,-9-7 16,5-14 0,24-12-16,24-14 15,108-48-15,0 0 16,-77 31 0,77-31-16,-40 2 15,25-23-15</inkml:trace>
  <inkml:trace contextRef="#ctx1" brushRef="#br0" timeOffset="114427.25">28306 9255 0,'0'0'0,"-20"13"15,-6 5 1,-13 12-16,-4 7 16,3 9-1,-9 2-15,8 8 0,2-1 16,16-1 0,17-6-1,17-9-15,19-8 16,24-5-16,19-4 15,39 10-15,27 5 16,23 9 0,0 11-16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70A34-CB8A-43ED-8758-98BAD0DBC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9F7332-06BB-4044-86F9-EEBB3D5C4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353FE0-3C14-4CA3-B13C-716A08010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9901DE-3C00-4B4A-9658-53979008B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747CD7-70D6-4171-9AE3-F86B78E7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745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07979C-FD76-4C15-B7E5-196DAB72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9423B4-8DC7-4CD3-A92D-0A32CDD3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32541B-59F4-487A-AC38-69E77E4C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17B7B8-2495-4B00-953F-1D57A273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73F1C8-9FB9-4B1F-A2C1-6BE71193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466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300CC-5F80-48C6-A76A-00090E450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E0A57A-4EB3-47EC-9300-BB54875F0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3A7D7C-6952-46C4-9547-40BBD6DC4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E31D7D-71A8-46AD-96CC-8DB2D989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C43B4A-B864-4DA0-89CE-B2E2CD47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79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58DCC-5396-4388-A303-8372D2078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8812FB-C24E-4F01-8232-34AAFC228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57AC7C-A26E-4726-9F95-699AFA9B4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2FDA53-BB06-4CD4-B5C9-EFBCA4DF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18C163-9063-4E4D-8AC9-3A8D691A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3871BA-CA1D-40FA-8624-6AF0C0BB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74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01CC9-55BD-4E46-885F-DC8B3B67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393652-A091-4D54-8881-A9204A398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901EAA-7C90-4938-8C4D-046955740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748D7D-1B83-4DA3-9917-C1DCADD05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95C4DA-6255-4C43-ABA2-359D00B67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7277F2-C902-4E06-BFE3-8A379787F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4D7C30-FDD0-4064-8785-EE2C49153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523150-4CD9-4D59-933D-5CB7E933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1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11783B-FFE7-4032-8F21-D1958081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408FC6-792B-41B6-894A-E76B7998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B2BB75-2EF6-48A1-9DF7-C597EE9E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239845-5160-4A0E-A813-8ACA485A5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980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95B765-7CBB-4DC4-A56C-7CC449322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4320E4-D676-4373-86A0-FB9A8C290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EB5045-20A3-4A7E-8FB7-609BB636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77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84E8F-40F3-4152-B8D3-4FFB79E65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ACA0C1-F316-4BD3-9B7C-51EE46866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D9A668-87F6-4C78-B721-C6CE115E2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66A029-487D-4C0D-95CD-37A272BAB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5CF140-3247-4906-B83F-9F7D563A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7C5FA0-81FE-4377-92F0-2EDCF6FD9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54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E311F-9E7F-45C7-98EF-61E9CA753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002E73-096A-4D5A-A089-3BDD3507E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41ECEE-0629-44F7-9994-1763C6E45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C2DB2B-0E16-47E1-A71B-A8FC7151D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54C888-D964-42B1-89F8-7853A72D1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E5B8C4-4774-49B0-9395-A5F89047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16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D59FE-4FF3-44AE-B9F4-0FAF29C5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EAB3FC-6EB4-4784-A719-753BDA012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35A510-41FC-48F1-945B-58353775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3E28EA-6B4A-4948-9788-58BE8FCE9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B720F1-1A98-47FA-B3C1-1651C51F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89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D1AD39-DCD3-481F-997A-94AE867DA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C68249-6020-45E4-8878-F6622283B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AFA94A-8E55-4777-A38A-18390FCBC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400EF8-8607-43EF-A7C5-154F6F27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1E0ECF-DE23-4653-B87E-2C5A76FA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759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E7BB67-49D4-48F5-89B1-6AD08A071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D68C92-AE83-44B9-B898-F771D4B25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E5A9A7-5F39-4BBA-A86A-B2569C1DA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C0BC2-9F7D-4D4E-ABB9-55A33CB2A8D7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2D33E9-9E0A-4668-AC2D-136CE313D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E16497-4351-46E1-87AE-439457F89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5790C-85FD-4602-ACFD-F58016542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95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CB604-17E0-458F-A098-1B2A2116C0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2026.09.07.</a:t>
            </a:r>
            <a:br>
              <a:rPr lang="en-US" altLang="ko-KR" dirty="0"/>
            </a:br>
            <a:r>
              <a:rPr lang="en-US" altLang="ko-KR" dirty="0"/>
              <a:t>VC++ </a:t>
            </a:r>
            <a:r>
              <a:rPr lang="ko-KR" altLang="en-US" dirty="0"/>
              <a:t>실습 정리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0A867E-353C-456B-B15D-04272104B6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439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6DD96-03FC-40B2-844E-57FA87CF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8AAAF0-8A1F-4008-88A4-5F3A3FA77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7B3926-F044-42B8-8884-16E40D4F8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2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14329-8C1A-433C-8242-CC2F64516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코드 작성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CE72D4C-F762-4D4A-B42A-924A7C1DA4B9}"/>
              </a:ext>
            </a:extLst>
          </p:cNvPr>
          <p:cNvSpPr txBox="1">
            <a:spLocks/>
          </p:cNvSpPr>
          <p:nvPr/>
        </p:nvSpPr>
        <p:spPr>
          <a:xfrm>
            <a:off x="838200" y="1826153"/>
            <a:ext cx="10515600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 </a:t>
            </a:r>
            <a:r>
              <a:rPr lang="ko-KR" altLang="en-US" dirty="0"/>
              <a:t>자료형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모든 자료형은 대문자로 구성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중간고사 시험에서 대</a:t>
            </a:r>
            <a:r>
              <a:rPr lang="en-US" altLang="ko-KR" dirty="0"/>
              <a:t>/</a:t>
            </a:r>
            <a:r>
              <a:rPr lang="ko-KR" altLang="en-US" dirty="0"/>
              <a:t>소문자 구별 못하면 틀린 것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대문자</a:t>
            </a:r>
            <a:r>
              <a:rPr lang="en-US" altLang="ko-KR" dirty="0"/>
              <a:t> H</a:t>
            </a:r>
            <a:r>
              <a:rPr lang="ko-KR" altLang="en-US" dirty="0"/>
              <a:t>로 시작하는 모든 자료형은 핸들이다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대부분의 자료형은 별도로 정의해서 사용</a:t>
            </a:r>
            <a:endParaRPr lang="en-US" altLang="ko-KR" dirty="0"/>
          </a:p>
          <a:p>
            <a:pPr lvl="2"/>
            <a:r>
              <a:rPr lang="en-US" altLang="ko-KR" dirty="0"/>
              <a:t> LRESULT, UINT </a:t>
            </a:r>
            <a:r>
              <a:rPr lang="ko-KR" altLang="en-US" dirty="0"/>
              <a:t>와 같은 형태로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숫자와 문자 자료형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WND</a:t>
            </a:r>
            <a:r>
              <a:rPr lang="ko-KR" altLang="en-US" dirty="0">
                <a:sym typeface="Wingdings" panose="05000000000000000000" pitchFamily="2" charset="2"/>
              </a:rPr>
              <a:t>가 붙어 있다면 모두 </a:t>
            </a:r>
            <a:r>
              <a:rPr lang="en-US" altLang="ko-KR" dirty="0">
                <a:sym typeface="Wingdings" panose="05000000000000000000" pitchFamily="2" charset="2"/>
              </a:rPr>
              <a:t>Window </a:t>
            </a:r>
            <a:r>
              <a:rPr lang="ko-KR" altLang="en-US" dirty="0">
                <a:sym typeface="Wingdings" panose="05000000000000000000" pitchFamily="2" charset="2"/>
              </a:rPr>
              <a:t>라는 의미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Ex</a:t>
            </a:r>
            <a:r>
              <a:rPr lang="ko-KR" altLang="en-US" dirty="0">
                <a:sym typeface="Wingdings" panose="05000000000000000000" pitchFamily="2" charset="2"/>
              </a:rPr>
              <a:t>가 함수 끝에 있으면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원래 기능의 확장이라는 의미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함수 이름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단어 </a:t>
            </a:r>
            <a:r>
              <a:rPr lang="en-US" altLang="ko-KR" dirty="0">
                <a:sym typeface="Wingdings" panose="05000000000000000000" pitchFamily="2" charset="2"/>
              </a:rPr>
              <a:t>+ </a:t>
            </a:r>
            <a:r>
              <a:rPr lang="ko-KR" altLang="en-US" dirty="0">
                <a:sym typeface="Wingdings" panose="05000000000000000000" pitchFamily="2" charset="2"/>
              </a:rPr>
              <a:t>단어 </a:t>
            </a:r>
            <a:r>
              <a:rPr lang="en-US" altLang="ko-KR" dirty="0">
                <a:sym typeface="Wingdings" panose="05000000000000000000" pitchFamily="2" charset="2"/>
              </a:rPr>
              <a:t>+ </a:t>
            </a:r>
            <a:r>
              <a:rPr lang="ko-KR" altLang="en-US" dirty="0">
                <a:sym typeface="Wingdings" panose="05000000000000000000" pitchFamily="2" charset="2"/>
              </a:rPr>
              <a:t>단어 </a:t>
            </a:r>
            <a:r>
              <a:rPr lang="en-US" altLang="ko-KR" dirty="0">
                <a:sym typeface="Wingdings" panose="05000000000000000000" pitchFamily="2" charset="2"/>
              </a:rPr>
              <a:t>+ … : </a:t>
            </a:r>
            <a:r>
              <a:rPr lang="ko-KR" altLang="en-US" dirty="0">
                <a:sym typeface="Wingdings" panose="05000000000000000000" pitchFamily="2" charset="2"/>
              </a:rPr>
              <a:t>함수 이름 조합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 err="1">
                <a:sym typeface="Wingdings" panose="05000000000000000000" pitchFamily="2" charset="2"/>
              </a:rPr>
              <a:t>BeginPaint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EndPaint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단어가 조합될 때는 반드시 첫 글자는 대문자로 구성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878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CD802-1C74-4DB4-B4BF-F266824B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2DF223-40AE-46F3-A0FE-D8169B0AD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6042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err="1"/>
              <a:t>WndProc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Window Procedure : </a:t>
            </a:r>
            <a:r>
              <a:rPr lang="ko-KR" altLang="en-US" dirty="0"/>
              <a:t>윈도우 함수</a:t>
            </a:r>
            <a:endParaRPr lang="en-US" altLang="ko-KR" dirty="0"/>
          </a:p>
          <a:p>
            <a:pPr lvl="1"/>
            <a:r>
              <a:rPr lang="en-US" altLang="ko-KR" dirty="0"/>
              <a:t> CALLBACK </a:t>
            </a:r>
            <a:r>
              <a:rPr lang="ko-KR" altLang="en-US" dirty="0"/>
              <a:t>함수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중간고사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번 문제 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일반적인 함수는 내가 작성하고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내가 호출</a:t>
            </a:r>
            <a:r>
              <a:rPr lang="en-US" altLang="ko-KR" dirty="0">
                <a:sym typeface="Wingdings" panose="05000000000000000000" pitchFamily="2" charset="2"/>
              </a:rPr>
              <a:t>(CALL)</a:t>
            </a:r>
            <a:r>
              <a:rPr lang="ko-KR" altLang="en-US" dirty="0">
                <a:sym typeface="Wingdings" panose="05000000000000000000" pitchFamily="2" charset="2"/>
              </a:rPr>
              <a:t>하는 형식이다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printf</a:t>
            </a:r>
            <a:r>
              <a:rPr lang="en-US" altLang="ko-KR" dirty="0">
                <a:sym typeface="Wingdings" panose="05000000000000000000" pitchFamily="2" charset="2"/>
              </a:rPr>
              <a:t>( ), </a:t>
            </a:r>
            <a:r>
              <a:rPr lang="en-US" altLang="ko-KR" dirty="0" err="1">
                <a:sym typeface="Wingdings" panose="05000000000000000000" pitchFamily="2" charset="2"/>
              </a:rPr>
              <a:t>scanf</a:t>
            </a:r>
            <a:r>
              <a:rPr lang="en-US" altLang="ko-KR" dirty="0">
                <a:sym typeface="Wingdings" panose="05000000000000000000" pitchFamily="2" charset="2"/>
              </a:rPr>
              <a:t>( ), malloc( ) </a:t>
            </a:r>
            <a:r>
              <a:rPr lang="ko-KR" altLang="en-US" dirty="0">
                <a:sym typeface="Wingdings" panose="05000000000000000000" pitchFamily="2" charset="2"/>
              </a:rPr>
              <a:t>함수들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모두 </a:t>
            </a:r>
            <a:r>
              <a:rPr lang="en-US" altLang="ko-KR" dirty="0">
                <a:sym typeface="Wingdings" panose="05000000000000000000" pitchFamily="2" charset="2"/>
              </a:rPr>
              <a:t>CALLBACK </a:t>
            </a:r>
            <a:r>
              <a:rPr lang="ko-KR" altLang="en-US" dirty="0">
                <a:sym typeface="Wingdings" panose="05000000000000000000" pitchFamily="2" charset="2"/>
              </a:rPr>
              <a:t>함수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작성은 내가 하지만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호출은 외부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운영체제에서 발생하는 함수들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기본적으로는 나도 나의 </a:t>
            </a:r>
            <a:r>
              <a:rPr lang="en-US" altLang="ko-KR" dirty="0">
                <a:sym typeface="Wingdings" panose="05000000000000000000" pitchFamily="2" charset="2"/>
              </a:rPr>
              <a:t>CALLBACK </a:t>
            </a:r>
            <a:r>
              <a:rPr lang="ko-KR" altLang="en-US" dirty="0">
                <a:sym typeface="Wingdings" panose="05000000000000000000" pitchFamily="2" charset="2"/>
              </a:rPr>
              <a:t>함수 호출이 가능</a:t>
            </a:r>
            <a:r>
              <a:rPr lang="en-US" altLang="ko-KR" dirty="0">
                <a:sym typeface="Wingdings" panose="05000000000000000000" pitchFamily="2" charset="2"/>
              </a:rPr>
              <a:t>!!!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문제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잘 이해하지 못한 상태에서 호출하면 무한 호출 상태가 발생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함수 인수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HWND : </a:t>
            </a:r>
            <a:r>
              <a:rPr lang="ko-KR" altLang="en-US" dirty="0">
                <a:sym typeface="Wingdings" panose="05000000000000000000" pitchFamily="2" charset="2"/>
              </a:rPr>
              <a:t>어떤 윈도우가 메시지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사용자의 입력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키보드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마우스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를 받았는가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UINT message : </a:t>
            </a:r>
            <a:r>
              <a:rPr lang="ko-KR" altLang="en-US" dirty="0">
                <a:sym typeface="Wingdings" panose="05000000000000000000" pitchFamily="2" charset="2"/>
              </a:rPr>
              <a:t>사용자가 입력 장치로 무엇을 하였는가에 대한 정보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WPARAM/LPARAM : </a:t>
            </a:r>
            <a:r>
              <a:rPr lang="ko-KR" altLang="en-US" dirty="0">
                <a:sym typeface="Wingdings" panose="05000000000000000000" pitchFamily="2" charset="2"/>
              </a:rPr>
              <a:t>숫자 값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사용자 입력 처리를 위해 필요한 부가 정보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4222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543FC-3F09-4E63-BCAE-EFD2011C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그리기 프로그램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482F28-046A-4315-85E6-5C116C05E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선 그리기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좌표 값이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ko-KR" altLang="en-US" dirty="0"/>
              <a:t>시작 좌표</a:t>
            </a:r>
            <a:r>
              <a:rPr lang="en-US" altLang="ko-KR" dirty="0"/>
              <a:t>, </a:t>
            </a:r>
            <a:r>
              <a:rPr lang="ko-KR" altLang="en-US" dirty="0"/>
              <a:t>끝점 좌표</a:t>
            </a:r>
            <a:r>
              <a:rPr lang="en-US" altLang="ko-KR" dirty="0"/>
              <a:t>)</a:t>
            </a:r>
            <a:r>
              <a:rPr lang="ko-KR" altLang="en-US" dirty="0"/>
              <a:t>가 필요</a:t>
            </a:r>
            <a:r>
              <a:rPr lang="en-US" altLang="ko-KR" dirty="0"/>
              <a:t>. 2</a:t>
            </a:r>
            <a:r>
              <a:rPr lang="ko-KR" altLang="en-US" dirty="0"/>
              <a:t>개의 </a:t>
            </a:r>
            <a:r>
              <a:rPr lang="en-US" altLang="ko-KR" dirty="0"/>
              <a:t>API</a:t>
            </a:r>
            <a:r>
              <a:rPr lang="ko-KR" altLang="en-US" dirty="0"/>
              <a:t>로 그린다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MoveToEx</a:t>
            </a:r>
            <a:r>
              <a:rPr lang="en-US" altLang="ko-KR" dirty="0"/>
              <a:t>( ) API – </a:t>
            </a:r>
            <a:r>
              <a:rPr lang="ko-KR" altLang="en-US" dirty="0"/>
              <a:t>시작 점을 설정한다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LineTo</a:t>
            </a:r>
            <a:r>
              <a:rPr lang="en-US" altLang="ko-KR" dirty="0"/>
              <a:t>( ) API – </a:t>
            </a:r>
            <a:r>
              <a:rPr lang="ko-KR" altLang="en-US" dirty="0"/>
              <a:t>끝점을 지정하고</a:t>
            </a:r>
            <a:r>
              <a:rPr lang="en-US" altLang="ko-KR" dirty="0"/>
              <a:t>, </a:t>
            </a:r>
            <a:r>
              <a:rPr lang="ko-KR" altLang="en-US" dirty="0"/>
              <a:t>동시에 선을 그려</a:t>
            </a:r>
            <a:r>
              <a:rPr lang="en-US" altLang="ko-KR" dirty="0"/>
              <a:t>~</a:t>
            </a:r>
            <a:r>
              <a:rPr lang="ko-KR" altLang="en-US" dirty="0"/>
              <a:t>라는 명령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사각형 그리기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좌표 값이 </a:t>
            </a:r>
            <a:r>
              <a:rPr lang="en-US" altLang="ko-KR" dirty="0"/>
              <a:t>2</a:t>
            </a:r>
            <a:r>
              <a:rPr lang="ko-KR" altLang="en-US" dirty="0"/>
              <a:t>개가 필요</a:t>
            </a:r>
            <a:endParaRPr lang="en-US" altLang="ko-KR" dirty="0"/>
          </a:p>
          <a:p>
            <a:pPr lvl="1"/>
            <a:r>
              <a:rPr lang="en-US" altLang="ko-KR" dirty="0"/>
              <a:t> Rectangle( ) API : </a:t>
            </a:r>
            <a:r>
              <a:rPr lang="ko-KR" altLang="en-US" dirty="0"/>
              <a:t>좌표를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ko-KR" altLang="en-US" dirty="0" err="1"/>
              <a:t>좌상단</a:t>
            </a:r>
            <a:r>
              <a:rPr lang="en-US" altLang="ko-KR" dirty="0"/>
              <a:t>/</a:t>
            </a:r>
            <a:r>
              <a:rPr lang="ko-KR" altLang="en-US" dirty="0" err="1"/>
              <a:t>우하단</a:t>
            </a:r>
            <a:r>
              <a:rPr lang="en-US" altLang="ko-KR" dirty="0"/>
              <a:t>) </a:t>
            </a:r>
            <a:r>
              <a:rPr lang="ko-KR" altLang="en-US" dirty="0"/>
              <a:t>설정해서 그려라</a:t>
            </a:r>
            <a:r>
              <a:rPr lang="en-US" altLang="ko-KR" dirty="0"/>
              <a:t>~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타원 그리기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좌표 값이 </a:t>
            </a:r>
            <a:r>
              <a:rPr lang="en-US" altLang="ko-KR" dirty="0"/>
              <a:t>2</a:t>
            </a:r>
            <a:r>
              <a:rPr lang="ko-KR" altLang="en-US" dirty="0"/>
              <a:t>개가 필요</a:t>
            </a:r>
            <a:endParaRPr lang="en-US" altLang="ko-KR" dirty="0"/>
          </a:p>
          <a:p>
            <a:pPr lvl="1"/>
            <a:r>
              <a:rPr lang="en-US" altLang="ko-KR" dirty="0"/>
              <a:t> Ellipse( ) API : </a:t>
            </a:r>
            <a:r>
              <a:rPr lang="ko-KR" altLang="en-US" dirty="0"/>
              <a:t>사각형을 좌표를 주고</a:t>
            </a:r>
            <a:r>
              <a:rPr lang="en-US" altLang="ko-KR" dirty="0"/>
              <a:t>, </a:t>
            </a:r>
            <a:r>
              <a:rPr lang="ko-KR" altLang="en-US" dirty="0"/>
              <a:t>내접하는 원을 그려라</a:t>
            </a:r>
            <a:r>
              <a:rPr lang="en-US" altLang="ko-KR" dirty="0"/>
              <a:t>~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227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1499C-EF63-46A5-91B8-F08BEC10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사이트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D38DA4-75A9-4879-939D-561512963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MS</a:t>
            </a:r>
            <a:r>
              <a:rPr lang="ko-KR" altLang="en-US" dirty="0"/>
              <a:t> 공식 사이트</a:t>
            </a:r>
            <a:endParaRPr lang="en-US" altLang="ko-KR" dirty="0"/>
          </a:p>
          <a:p>
            <a:pPr lvl="1"/>
            <a:r>
              <a:rPr lang="en-US" altLang="ko-KR" dirty="0"/>
              <a:t> https://learn.microsoft.com/ko-kr/windows/win32/api/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제미나이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Win32 </a:t>
            </a:r>
            <a:r>
              <a:rPr lang="ko-KR" altLang="en-US" dirty="0"/>
              <a:t>유명 사이트</a:t>
            </a:r>
            <a:endParaRPr lang="en-US" altLang="ko-KR" dirty="0"/>
          </a:p>
          <a:p>
            <a:pPr lvl="1"/>
            <a:r>
              <a:rPr lang="en-US" altLang="ko-KR" dirty="0"/>
              <a:t> http://www.soen.kr/</a:t>
            </a:r>
          </a:p>
        </p:txBody>
      </p:sp>
    </p:spTree>
    <p:extLst>
      <p:ext uri="{BB962C8B-B14F-4D97-AF65-F5344CB8AC3E}">
        <p14:creationId xmlns:p14="http://schemas.microsoft.com/office/powerpoint/2010/main" val="14585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39D14-23D9-4D24-AFE5-D93B9E40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 색상 변경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447DA3F-E764-44F2-BF40-DCDCB2B63922}"/>
              </a:ext>
            </a:extLst>
          </p:cNvPr>
          <p:cNvSpPr txBox="1">
            <a:spLocks/>
          </p:cNvSpPr>
          <p:nvPr/>
        </p:nvSpPr>
        <p:spPr>
          <a:xfrm>
            <a:off x="838200" y="1824567"/>
            <a:ext cx="10515600" cy="4846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 HDC</a:t>
            </a:r>
            <a:r>
              <a:rPr lang="ko-KR" altLang="en-US"/>
              <a:t>가 반드시 필요</a:t>
            </a:r>
            <a:endParaRPr lang="en-US" altLang="ko-KR"/>
          </a:p>
          <a:p>
            <a:r>
              <a:rPr lang="en-US" altLang="ko-KR"/>
              <a:t> </a:t>
            </a:r>
            <a:r>
              <a:rPr lang="ko-KR" altLang="en-US"/>
              <a:t>변경으로 표기하지만 실제로는 교체 형식으로 동작</a:t>
            </a:r>
            <a:endParaRPr lang="en-US" altLang="ko-KR"/>
          </a:p>
          <a:p>
            <a:pPr lvl="1"/>
            <a:r>
              <a:rPr lang="en-US" altLang="ko-KR"/>
              <a:t> OS</a:t>
            </a:r>
            <a:r>
              <a:rPr lang="ko-KR" altLang="en-US"/>
              <a:t>가 가지고 있을 수 있는 펜의 개수는 </a:t>
            </a:r>
            <a:r>
              <a:rPr lang="en-US" altLang="ko-KR"/>
              <a:t>1</a:t>
            </a:r>
            <a:r>
              <a:rPr lang="ko-KR" altLang="en-US"/>
              <a:t>개로 고정</a:t>
            </a:r>
            <a:endParaRPr lang="en-US" altLang="ko-KR"/>
          </a:p>
          <a:p>
            <a:pPr lvl="1"/>
            <a:r>
              <a:rPr lang="en-US" altLang="ko-KR"/>
              <a:t> </a:t>
            </a:r>
            <a:r>
              <a:rPr lang="ko-KR" altLang="en-US"/>
              <a:t>내가 다른 펜을 </a:t>
            </a:r>
            <a:r>
              <a:rPr lang="en-US" altLang="ko-KR"/>
              <a:t>OS</a:t>
            </a:r>
            <a:r>
              <a:rPr lang="ko-KR" altLang="en-US"/>
              <a:t>에게 전달하면</a:t>
            </a:r>
            <a:r>
              <a:rPr lang="en-US" altLang="ko-KR"/>
              <a:t>, OS</a:t>
            </a:r>
            <a:r>
              <a:rPr lang="ko-KR" altLang="en-US"/>
              <a:t>는 현재 펜을 반환</a:t>
            </a:r>
            <a:endParaRPr lang="en-US" altLang="ko-KR"/>
          </a:p>
          <a:p>
            <a:pPr lvl="1"/>
            <a:r>
              <a:rPr lang="en-US" altLang="ko-KR"/>
              <a:t> </a:t>
            </a:r>
            <a:r>
              <a:rPr lang="ko-KR" altLang="en-US"/>
              <a:t>사용을 열심히 한다</a:t>
            </a:r>
            <a:r>
              <a:rPr lang="en-US" altLang="ko-KR"/>
              <a:t>~~~ : </a:t>
            </a:r>
            <a:r>
              <a:rPr lang="ko-KR" altLang="en-US"/>
              <a:t>내가 전달한 펜으로 그리기 수행</a:t>
            </a:r>
            <a:endParaRPr lang="en-US" altLang="ko-KR"/>
          </a:p>
          <a:p>
            <a:pPr lvl="1"/>
            <a:r>
              <a:rPr lang="en-US" altLang="ko-KR"/>
              <a:t> </a:t>
            </a:r>
            <a:r>
              <a:rPr lang="ko-KR" altLang="en-US"/>
              <a:t>다 사용하면 원래의 </a:t>
            </a:r>
            <a:r>
              <a:rPr lang="en-US" altLang="ko-KR"/>
              <a:t>OS </a:t>
            </a:r>
            <a:r>
              <a:rPr lang="ko-KR" altLang="en-US"/>
              <a:t>펜을 되돌려 준다</a:t>
            </a:r>
            <a:r>
              <a:rPr lang="en-US" altLang="ko-KR"/>
              <a:t>.(</a:t>
            </a:r>
            <a:r>
              <a:rPr lang="ko-KR" altLang="en-US"/>
              <a:t>복원</a:t>
            </a:r>
            <a:r>
              <a:rPr lang="en-US" altLang="ko-KR"/>
              <a:t>)</a:t>
            </a:r>
          </a:p>
          <a:p>
            <a:r>
              <a:rPr lang="en-US" altLang="ko-KR"/>
              <a:t> </a:t>
            </a:r>
            <a:r>
              <a:rPr lang="ko-KR" altLang="en-US"/>
              <a:t>자료형 </a:t>
            </a:r>
            <a:r>
              <a:rPr lang="en-US" altLang="ko-KR"/>
              <a:t>: HPEN</a:t>
            </a:r>
          </a:p>
          <a:p>
            <a:r>
              <a:rPr lang="en-US" altLang="ko-KR"/>
              <a:t> </a:t>
            </a:r>
            <a:r>
              <a:rPr lang="ko-KR" altLang="en-US"/>
              <a:t>색상 변경을 위한 </a:t>
            </a:r>
            <a:r>
              <a:rPr lang="en-US" altLang="ko-KR"/>
              <a:t>API</a:t>
            </a:r>
          </a:p>
          <a:p>
            <a:pPr lvl="1"/>
            <a:r>
              <a:rPr lang="en-US" altLang="ko-KR"/>
              <a:t> CreatePen(</a:t>
            </a:r>
            <a:r>
              <a:rPr lang="ko-KR" altLang="en-US"/>
              <a:t> 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API</a:t>
            </a:r>
            <a:r>
              <a:rPr lang="ko-KR" altLang="en-US"/>
              <a:t> </a:t>
            </a:r>
            <a:r>
              <a:rPr lang="en-US" altLang="ko-KR"/>
              <a:t>–</a:t>
            </a:r>
            <a:r>
              <a:rPr lang="ko-KR" altLang="en-US"/>
              <a:t> 펜을 생성한다</a:t>
            </a:r>
            <a:r>
              <a:rPr lang="en-US" altLang="ko-KR"/>
              <a:t>. (</a:t>
            </a:r>
            <a:r>
              <a:rPr lang="ko-KR" altLang="en-US"/>
              <a:t>동적 메모리 할당 </a:t>
            </a:r>
            <a:r>
              <a:rPr lang="en-US" altLang="ko-KR"/>
              <a:t>in OS)</a:t>
            </a:r>
          </a:p>
          <a:p>
            <a:pPr lvl="1"/>
            <a:r>
              <a:rPr lang="en-US" altLang="ko-KR"/>
              <a:t> SelectObject( ) API – </a:t>
            </a:r>
            <a:r>
              <a:rPr lang="ko-KR" altLang="en-US"/>
              <a:t>펜을 교체할 때 사용</a:t>
            </a:r>
            <a:endParaRPr lang="en-US" altLang="ko-KR"/>
          </a:p>
          <a:p>
            <a:pPr lvl="1"/>
            <a:r>
              <a:rPr lang="en-US" altLang="ko-KR"/>
              <a:t> DeleteObject( ) API – </a:t>
            </a:r>
            <a:r>
              <a:rPr lang="ko-KR" altLang="en-US"/>
              <a:t>생성된 펜의 메모리 해제 요청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40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69A54-5A6C-439B-B75D-75BCCF99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 색 변경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64D512-A354-42F9-A562-48D17D059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1. </a:t>
            </a:r>
            <a:r>
              <a:rPr lang="ko-KR" altLang="en-US" dirty="0"/>
              <a:t>사용할 펜을 생성한다 </a:t>
            </a:r>
            <a:r>
              <a:rPr lang="en-US" altLang="ko-KR" dirty="0"/>
              <a:t>– </a:t>
            </a:r>
            <a:r>
              <a:rPr lang="en-US" altLang="ko-KR" dirty="0" err="1"/>
              <a:t>CreatePen</a:t>
            </a:r>
            <a:endParaRPr lang="en-US" altLang="ko-KR" dirty="0"/>
          </a:p>
          <a:p>
            <a:r>
              <a:rPr lang="en-US" altLang="ko-KR" dirty="0"/>
              <a:t> 2. </a:t>
            </a:r>
            <a:r>
              <a:rPr lang="ko-KR" altLang="en-US" dirty="0"/>
              <a:t>현재 </a:t>
            </a:r>
            <a:r>
              <a:rPr lang="en-US" altLang="ko-KR" dirty="0"/>
              <a:t>OS</a:t>
            </a:r>
            <a:r>
              <a:rPr lang="ko-KR" altLang="en-US" dirty="0"/>
              <a:t>의 펜과 교체한다</a:t>
            </a:r>
            <a:r>
              <a:rPr lang="en-US" altLang="ko-KR" dirty="0"/>
              <a:t>. – </a:t>
            </a:r>
            <a:r>
              <a:rPr lang="en-US" altLang="ko-KR" dirty="0" err="1"/>
              <a:t>SelectObject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교체 시점에 현재 </a:t>
            </a:r>
            <a:r>
              <a:rPr lang="en-US" altLang="ko-KR" dirty="0"/>
              <a:t>OS</a:t>
            </a:r>
            <a:r>
              <a:rPr lang="ko-KR" altLang="en-US" dirty="0"/>
              <a:t>의 펜이 반환된다</a:t>
            </a:r>
            <a:r>
              <a:rPr lang="en-US" altLang="ko-KR" dirty="0"/>
              <a:t>!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백업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3. HDC</a:t>
            </a:r>
            <a:r>
              <a:rPr lang="ko-KR" altLang="en-US" dirty="0">
                <a:sym typeface="Wingdings" panose="05000000000000000000" pitchFamily="2" charset="2"/>
              </a:rPr>
              <a:t>를 이용해서 열심히 그린다</a:t>
            </a:r>
            <a:r>
              <a:rPr lang="en-US" altLang="ko-KR" dirty="0">
                <a:sym typeface="Wingdings" panose="05000000000000000000" pitchFamily="2" charset="2"/>
              </a:rPr>
              <a:t>. (</a:t>
            </a:r>
            <a:r>
              <a:rPr lang="en-US" altLang="ko-KR" dirty="0" err="1">
                <a:sym typeface="Wingdings" panose="05000000000000000000" pitchFamily="2" charset="2"/>
              </a:rPr>
              <a:t>LineTo</a:t>
            </a:r>
            <a:r>
              <a:rPr lang="en-US" altLang="ko-KR" dirty="0">
                <a:sym typeface="Wingdings" panose="05000000000000000000" pitchFamily="2" charset="2"/>
              </a:rPr>
              <a:t>, Rectangle .. 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 4. </a:t>
            </a:r>
            <a:r>
              <a:rPr lang="ko-KR" altLang="en-US" dirty="0">
                <a:sym typeface="Wingdings" panose="05000000000000000000" pitchFamily="2" charset="2"/>
              </a:rPr>
              <a:t>사용 완료 후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원래 펜으로 교체 </a:t>
            </a:r>
            <a:r>
              <a:rPr lang="en-US" altLang="ko-KR" dirty="0">
                <a:sym typeface="Wingdings" panose="05000000000000000000" pitchFamily="2" charset="2"/>
              </a:rPr>
              <a:t>– </a:t>
            </a:r>
            <a:r>
              <a:rPr lang="en-US" altLang="ko-KR" dirty="0" err="1">
                <a:sym typeface="Wingdings" panose="05000000000000000000" pitchFamily="2" charset="2"/>
              </a:rPr>
              <a:t>SelectObject</a:t>
            </a:r>
            <a:r>
              <a:rPr lang="en-US" altLang="ko-KR" dirty="0">
                <a:sym typeface="Wingdings" panose="05000000000000000000" pitchFamily="2" charset="2"/>
              </a:rPr>
              <a:t>  </a:t>
            </a:r>
            <a:r>
              <a:rPr lang="ko-KR" altLang="en-US" dirty="0">
                <a:sym typeface="Wingdings" panose="05000000000000000000" pitchFamily="2" charset="2"/>
              </a:rPr>
              <a:t>복원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5. </a:t>
            </a:r>
            <a:r>
              <a:rPr lang="ko-KR" altLang="en-US" dirty="0">
                <a:sym typeface="Wingdings" panose="05000000000000000000" pitchFamily="2" charset="2"/>
              </a:rPr>
              <a:t>사용 완료된 펜의 해제를 요청 </a:t>
            </a:r>
            <a:r>
              <a:rPr lang="en-US" altLang="ko-KR" dirty="0">
                <a:sym typeface="Wingdings" panose="05000000000000000000" pitchFamily="2" charset="2"/>
              </a:rPr>
              <a:t>– </a:t>
            </a:r>
            <a:r>
              <a:rPr lang="en-US" altLang="ko-KR" dirty="0" err="1">
                <a:sym typeface="Wingdings" panose="05000000000000000000" pitchFamily="2" charset="2"/>
              </a:rPr>
              <a:t>DeleteObject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259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B66EB-02B0-4E61-8EC7-52B2A569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면 색상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CDE6BE-809D-426D-BED7-EC56D00FA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HDC</a:t>
            </a:r>
            <a:r>
              <a:rPr lang="ko-KR" altLang="en-US" dirty="0"/>
              <a:t>가 반드시 필요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교체 형식으로 면의 색상을 변경</a:t>
            </a:r>
            <a:endParaRPr lang="en-US" altLang="ko-KR" dirty="0"/>
          </a:p>
          <a:p>
            <a:pPr lvl="1"/>
            <a:r>
              <a:rPr lang="en-US" altLang="ko-KR" dirty="0"/>
              <a:t> 1) </a:t>
            </a:r>
            <a:r>
              <a:rPr lang="ko-KR" altLang="en-US" dirty="0"/>
              <a:t>생성</a:t>
            </a:r>
            <a:r>
              <a:rPr lang="en-US" altLang="ko-KR" dirty="0"/>
              <a:t>, 2) </a:t>
            </a:r>
            <a:r>
              <a:rPr lang="ko-KR" altLang="en-US" dirty="0"/>
              <a:t>교체</a:t>
            </a:r>
            <a:r>
              <a:rPr lang="en-US" altLang="ko-KR" dirty="0"/>
              <a:t>, 3) </a:t>
            </a:r>
            <a:r>
              <a:rPr lang="ko-KR" altLang="en-US" dirty="0"/>
              <a:t>사용</a:t>
            </a:r>
            <a:r>
              <a:rPr lang="en-US" altLang="ko-KR" dirty="0"/>
              <a:t>, 4) </a:t>
            </a:r>
            <a:r>
              <a:rPr lang="ko-KR" altLang="en-US" dirty="0"/>
              <a:t>복원</a:t>
            </a:r>
            <a:r>
              <a:rPr lang="en-US" altLang="ko-KR" dirty="0"/>
              <a:t>, 5) </a:t>
            </a:r>
            <a:r>
              <a:rPr lang="ko-KR" altLang="en-US" dirty="0"/>
              <a:t>해제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자료형 </a:t>
            </a:r>
            <a:r>
              <a:rPr lang="en-US" altLang="ko-KR" dirty="0"/>
              <a:t>: HBRUSH</a:t>
            </a:r>
          </a:p>
          <a:p>
            <a:r>
              <a:rPr lang="en-US" altLang="ko-KR" dirty="0"/>
              <a:t> API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CreateSolidBrush</a:t>
            </a:r>
            <a:r>
              <a:rPr lang="en-US" altLang="ko-KR" dirty="0"/>
              <a:t>( ) – </a:t>
            </a:r>
            <a:r>
              <a:rPr lang="ko-KR" altLang="en-US" dirty="0"/>
              <a:t>브러시 생성 </a:t>
            </a:r>
            <a:r>
              <a:rPr lang="en-US" altLang="ko-KR" dirty="0"/>
              <a:t>API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040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34FE6-24EB-4039-83F8-DB583C78A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E1DA5-95EA-41E0-BF64-914C77B50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B8CA18-AA14-4D70-A13D-6DD929E7E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255"/>
            <a:ext cx="12192000" cy="65234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5DC67E1-7AE5-4903-81DE-3879FD82EDB5}"/>
                  </a:ext>
                </a:extLst>
              </p14:cNvPr>
              <p14:cNvContentPartPr/>
              <p14:nvPr/>
            </p14:nvContentPartPr>
            <p14:xfrm>
              <a:off x="4241520" y="2521080"/>
              <a:ext cx="6944400" cy="38102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5DC67E1-7AE5-4903-81DE-3879FD82ED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2160" y="2511720"/>
                <a:ext cx="6963120" cy="382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484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0E3D3-9325-47DB-AD36-C8268D9CF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자유선 그리기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9541F-0F7D-42A5-BFA2-D6824A601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67" y="1825625"/>
            <a:ext cx="11159066" cy="435133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자유선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곡선이 아니라</a:t>
            </a:r>
            <a:r>
              <a:rPr lang="en-US" altLang="ko-KR" dirty="0"/>
              <a:t>, </a:t>
            </a:r>
            <a:r>
              <a:rPr lang="ko-KR" altLang="en-US" dirty="0"/>
              <a:t>사실은 직선의 모임이 곡선이 되는 형태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새롭게 알아야하는 </a:t>
            </a:r>
            <a:r>
              <a:rPr lang="en-US" altLang="ko-KR" dirty="0"/>
              <a:t>API</a:t>
            </a:r>
            <a:r>
              <a:rPr lang="ko-KR" altLang="en-US" dirty="0"/>
              <a:t>는 없다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GUI</a:t>
            </a:r>
            <a:r>
              <a:rPr lang="ko-KR" altLang="en-US" dirty="0"/>
              <a:t>가 어떻게 동작하는지 정확하게 이해해야 그릴 수 있다</a:t>
            </a:r>
            <a:r>
              <a:rPr lang="en-US" altLang="ko-KR" dirty="0"/>
              <a:t>!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자유선을 제대로 구현하려면</a:t>
            </a:r>
            <a:r>
              <a:rPr lang="en-US" altLang="ko-KR" dirty="0"/>
              <a:t>, CALLBACK </a:t>
            </a:r>
            <a:r>
              <a:rPr lang="ko-KR" altLang="en-US" dirty="0"/>
              <a:t>함수에 대해 이해해야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CALLBACK </a:t>
            </a:r>
            <a:r>
              <a:rPr lang="ko-KR" altLang="en-US" dirty="0"/>
              <a:t>함수의 문제점 </a:t>
            </a:r>
            <a:r>
              <a:rPr lang="en-US" altLang="ko-KR" dirty="0"/>
              <a:t>: </a:t>
            </a:r>
            <a:r>
              <a:rPr lang="ko-KR" altLang="en-US" dirty="0"/>
              <a:t>함수이기 때문에 문제가 발생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함수 호출 </a:t>
            </a:r>
            <a:r>
              <a:rPr lang="en-US" altLang="ko-KR" dirty="0"/>
              <a:t>: </a:t>
            </a:r>
            <a:r>
              <a:rPr lang="ko-KR" altLang="en-US" dirty="0"/>
              <a:t>스택에 함수 정보가 보관</a:t>
            </a:r>
            <a:r>
              <a:rPr lang="en-US" altLang="ko-KR" dirty="0"/>
              <a:t>, </a:t>
            </a:r>
            <a:r>
              <a:rPr lang="ko-KR" altLang="en-US" dirty="0"/>
              <a:t>호출 종료 이후에 보관되지 않음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645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669</Words>
  <Application>Microsoft Office PowerPoint</Application>
  <PresentationFormat>와이드스크린</PresentationFormat>
  <Paragraphs>81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2026.09.07. VC++ 실습 정리</vt:lpstr>
      <vt:lpstr>PowerPoint 프레젠테이션</vt:lpstr>
      <vt:lpstr>프로그램 코드 작성</vt:lpstr>
      <vt:lpstr>주요 함수</vt:lpstr>
      <vt:lpstr>그리기 프로그램 작성</vt:lpstr>
      <vt:lpstr>참고 사이트</vt:lpstr>
      <vt:lpstr>선 색상 변경</vt:lpstr>
      <vt:lpstr>선 색 변경 순서</vt:lpstr>
      <vt:lpstr>면 색상 변경</vt:lpstr>
      <vt:lpstr>PowerPoint 프레젠테이션</vt:lpstr>
      <vt:lpstr>자유선 그리기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2026.09.07. VC++ 실습 정리</dc:title>
  <dc:creator>YUHAN</dc:creator>
  <cp:lastModifiedBy>YUHAN</cp:lastModifiedBy>
  <cp:revision>9</cp:revision>
  <dcterms:created xsi:type="dcterms:W3CDTF">2026-09-07T04:13:30Z</dcterms:created>
  <dcterms:modified xsi:type="dcterms:W3CDTF">2026-09-07T06:46:58Z</dcterms:modified>
</cp:coreProperties>
</file>