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7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46302-E583-49CE-8618-E74C0F687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D1D2A1-567D-4FFE-9DC7-1927B989A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AC9DDB-C625-4669-976F-400AF967E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128D4D-C987-4A1B-90F6-4A34C6BB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4B6D5F-DB6F-4167-B638-96CBBB9E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04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30D42-02DD-414E-8D21-81FDE9DC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E586A6-3311-4128-A278-ABA8012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51B0F9-A8A4-45D9-B2D7-ABBF1BD5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5F25A8-4155-46A8-A1CB-F14FD319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A0E93-798F-4EC2-B515-A2F749DC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31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137F2-DF52-4AA8-9BE3-A34A4BEC3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09F914-58E1-4092-BF58-419FA2AC2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92E689-EA6F-46A2-8213-E1FCD7E5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B9B0D4-895F-4BA3-B64A-7029FA09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D5C58E-9C8A-4592-9343-E51DB8C0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33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D2587-D3BD-4C15-90F9-756D0F63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175AE8-4380-42A9-9BF9-6C0D5D74A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95AE05-E180-4F71-8064-B507D9E3C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F9365F-0A30-4851-9CA7-9641CAFB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264E2C-17EE-48A2-90FD-34E2F8C4F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A878BF-5EE0-405E-9348-53FB885F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0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90E3B-2FBA-4231-B596-95DD996A0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04A488-82A0-4DF9-A38C-BEFA8304B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8EF8DF-E5C5-42CC-9348-321BEA3A5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10DBE3-5995-4DF6-A62B-A71DA83B22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74964F-950E-47E3-831D-C5D0FC370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134BE2-FD54-4FE6-97C1-8BB7652D7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4B9BA3-BBDF-48F4-A50C-BBB5AF63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FE7621-C837-456E-A66E-75759F7C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94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9456A-F847-41DD-B0FD-A65330E6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87B8D6-280A-4963-AE8A-D0F9CACB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88FA77-2506-4BA2-96C8-2E80CA57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1E39FE-47BD-4AFC-AD4F-F35FE5D9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75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87D63A-8589-42A9-A040-4817C041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1526A4-5C7F-4966-961E-13FED781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71521-FC34-44EE-8E91-665790AF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38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DA99F-FFFB-48B2-B5FC-F01E6D84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40B484-F4E5-4428-963A-EAC97F0D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9AAD41-1A5C-4CBC-B3A7-1EB5F8B6E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C5B121-C19F-4CA1-B6FB-19AB46D3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AF171D-706C-4835-8183-76DE91C4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6EDAAA-386D-46AE-A8D3-C149CD80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33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8A956-FAE7-4EF3-97B5-0C6561A47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E6C33D-23F6-40C9-B55A-F30A62B92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FF4D16-196E-429C-8506-389E38ADD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73C150-308C-422F-89A4-9F847ED2F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CA82A-283F-4E70-8017-18C34BB0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B434C4-FA8E-4476-8372-80062A97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55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32E12-74DD-49CA-A969-93D672265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9C7B65-4610-4A71-915B-6AE901D8F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7ADDF-6D8B-4D0C-8F14-EE1DC16C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BEA774-FCB4-4D39-A09D-F6C8123B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3CC355-3C15-4B5A-B93C-CC3960B78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44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97A6BE-B271-4F17-A116-6DFB233BA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3745B4-CA8E-4870-BBFD-12841DBB8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F274D-3889-4F66-A4CB-ACFF9D7C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62DA51-0897-47EE-A078-72643686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535AFF-2415-45C4-9E14-D51B9CFE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85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2BE5A1-2462-4F15-AE72-E2CE18DA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DB1880-C88B-459E-8621-6267CD2C3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A102B9-FACB-4D7B-A94E-EF1DD6CB8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8C0DA-1CA7-4050-AD00-8E42694AB3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BF6F9A-5959-497C-A540-B533B65D0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AD05E9-B745-42E2-B16A-FB7310500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02DDF-C0C3-43C5-87DC-B38CA258C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968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7581A-8CB1-47F8-9FEE-13872DC3D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VC++ </a:t>
            </a:r>
            <a:r>
              <a:rPr lang="ko-KR" altLang="en-US" dirty="0"/>
              <a:t>실습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92B4D5-C172-4376-8384-267EC41F53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26</a:t>
            </a:r>
            <a:r>
              <a:rPr lang="ko-KR" altLang="en-US" dirty="0"/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82873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9B3B9-1483-460C-84DD-FF38ECA6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18255"/>
            <a:ext cx="11156852" cy="1325563"/>
          </a:xfrm>
        </p:spPr>
        <p:txBody>
          <a:bodyPr/>
          <a:lstStyle/>
          <a:p>
            <a:r>
              <a:rPr lang="ko-KR" altLang="en-US" dirty="0"/>
              <a:t>스레드</a:t>
            </a:r>
            <a:r>
              <a:rPr lang="en-US" altLang="ko-KR" dirty="0"/>
              <a:t>(Thread)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994D54-484B-48F8-8CA3-29F5D832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8" y="1264163"/>
            <a:ext cx="11156852" cy="5474262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작업 수행의 단위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각각의 작업이 별도로 이루어지고</a:t>
            </a:r>
            <a:r>
              <a:rPr lang="en-US" altLang="ko-KR" dirty="0"/>
              <a:t>, </a:t>
            </a:r>
            <a:r>
              <a:rPr lang="ko-KR" altLang="en-US" dirty="0"/>
              <a:t>따로 진행된다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게임에서 나 이외의 모든 객체들을 스레드로 작성한다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9AE2A32-99E1-4903-B8CA-281F9F0EB25E}"/>
              </a:ext>
            </a:extLst>
          </p:cNvPr>
          <p:cNvSpPr/>
          <p:nvPr/>
        </p:nvSpPr>
        <p:spPr>
          <a:xfrm>
            <a:off x="2548467" y="2997200"/>
            <a:ext cx="8382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3ADA4BE-796B-4EE1-8624-DBEE1A13CDD7}"/>
              </a:ext>
            </a:extLst>
          </p:cNvPr>
          <p:cNvSpPr/>
          <p:nvPr/>
        </p:nvSpPr>
        <p:spPr>
          <a:xfrm>
            <a:off x="4351867" y="2997200"/>
            <a:ext cx="8382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F0E2806-37FC-4B3A-85F4-EAD4404E92E7}"/>
              </a:ext>
            </a:extLst>
          </p:cNvPr>
          <p:cNvSpPr/>
          <p:nvPr/>
        </p:nvSpPr>
        <p:spPr>
          <a:xfrm>
            <a:off x="6155267" y="2997200"/>
            <a:ext cx="8382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7E0214-B6B4-4054-9FD8-15EAB5A8A1F8}"/>
              </a:ext>
            </a:extLst>
          </p:cNvPr>
          <p:cNvSpPr/>
          <p:nvPr/>
        </p:nvSpPr>
        <p:spPr>
          <a:xfrm>
            <a:off x="7958667" y="2997200"/>
            <a:ext cx="8382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DCB4C8A1-D433-487B-88DF-7BF8F37210CF}"/>
              </a:ext>
            </a:extLst>
          </p:cNvPr>
          <p:cNvSpPr/>
          <p:nvPr/>
        </p:nvSpPr>
        <p:spPr>
          <a:xfrm>
            <a:off x="2689993" y="3843866"/>
            <a:ext cx="688116" cy="2472266"/>
          </a:xfrm>
          <a:custGeom>
            <a:avLst/>
            <a:gdLst>
              <a:gd name="connsiteX0" fmla="*/ 264874 w 688116"/>
              <a:gd name="connsiteY0" fmla="*/ 0 h 2472266"/>
              <a:gd name="connsiteX1" fmla="*/ 307207 w 688116"/>
              <a:gd name="connsiteY1" fmla="*/ 16933 h 2472266"/>
              <a:gd name="connsiteX2" fmla="*/ 425740 w 688116"/>
              <a:gd name="connsiteY2" fmla="*/ 152400 h 2472266"/>
              <a:gd name="connsiteX3" fmla="*/ 434207 w 688116"/>
              <a:gd name="connsiteY3" fmla="*/ 203200 h 2472266"/>
              <a:gd name="connsiteX4" fmla="*/ 188674 w 688116"/>
              <a:gd name="connsiteY4" fmla="*/ 440266 h 2472266"/>
              <a:gd name="connsiteX5" fmla="*/ 27807 w 688116"/>
              <a:gd name="connsiteY5" fmla="*/ 592666 h 2472266"/>
              <a:gd name="connsiteX6" fmla="*/ 2407 w 688116"/>
              <a:gd name="connsiteY6" fmla="*/ 694266 h 2472266"/>
              <a:gd name="connsiteX7" fmla="*/ 95540 w 688116"/>
              <a:gd name="connsiteY7" fmla="*/ 804333 h 2472266"/>
              <a:gd name="connsiteX8" fmla="*/ 349540 w 688116"/>
              <a:gd name="connsiteY8" fmla="*/ 905933 h 2472266"/>
              <a:gd name="connsiteX9" fmla="*/ 645874 w 688116"/>
              <a:gd name="connsiteY9" fmla="*/ 1007533 h 2472266"/>
              <a:gd name="connsiteX10" fmla="*/ 561207 w 688116"/>
              <a:gd name="connsiteY10" fmla="*/ 1100666 h 2472266"/>
              <a:gd name="connsiteX11" fmla="*/ 104007 w 688116"/>
              <a:gd name="connsiteY11" fmla="*/ 1236133 h 2472266"/>
              <a:gd name="connsiteX12" fmla="*/ 61674 w 688116"/>
              <a:gd name="connsiteY12" fmla="*/ 1278466 h 2472266"/>
              <a:gd name="connsiteX13" fmla="*/ 53207 w 688116"/>
              <a:gd name="connsiteY13" fmla="*/ 1346200 h 2472266"/>
              <a:gd name="connsiteX14" fmla="*/ 180207 w 688116"/>
              <a:gd name="connsiteY14" fmla="*/ 1498600 h 2472266"/>
              <a:gd name="connsiteX15" fmla="*/ 273340 w 688116"/>
              <a:gd name="connsiteY15" fmla="*/ 1557866 h 2472266"/>
              <a:gd name="connsiteX16" fmla="*/ 324140 w 688116"/>
              <a:gd name="connsiteY16" fmla="*/ 1634066 h 2472266"/>
              <a:gd name="connsiteX17" fmla="*/ 332607 w 688116"/>
              <a:gd name="connsiteY17" fmla="*/ 1710266 h 2472266"/>
              <a:gd name="connsiteX18" fmla="*/ 231007 w 688116"/>
              <a:gd name="connsiteY18" fmla="*/ 1794933 h 2472266"/>
              <a:gd name="connsiteX19" fmla="*/ 205607 w 688116"/>
              <a:gd name="connsiteY19" fmla="*/ 1862666 h 2472266"/>
              <a:gd name="connsiteX20" fmla="*/ 408807 w 688116"/>
              <a:gd name="connsiteY20" fmla="*/ 2040466 h 2472266"/>
              <a:gd name="connsiteX21" fmla="*/ 383407 w 688116"/>
              <a:gd name="connsiteY21" fmla="*/ 2133600 h 2472266"/>
              <a:gd name="connsiteX22" fmla="*/ 290274 w 688116"/>
              <a:gd name="connsiteY22" fmla="*/ 2226733 h 2472266"/>
              <a:gd name="connsiteX23" fmla="*/ 341074 w 688116"/>
              <a:gd name="connsiteY23" fmla="*/ 2463800 h 2472266"/>
              <a:gd name="connsiteX24" fmla="*/ 349540 w 688116"/>
              <a:gd name="connsiteY24" fmla="*/ 2472266 h 247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88116" h="2472266">
                <a:moveTo>
                  <a:pt x="264874" y="0"/>
                </a:moveTo>
                <a:cubicBezTo>
                  <a:pt x="278985" y="5644"/>
                  <a:pt x="294840" y="8099"/>
                  <a:pt x="307207" y="16933"/>
                </a:cubicBezTo>
                <a:cubicBezTo>
                  <a:pt x="384363" y="72044"/>
                  <a:pt x="380237" y="79594"/>
                  <a:pt x="425740" y="152400"/>
                </a:cubicBezTo>
                <a:cubicBezTo>
                  <a:pt x="428562" y="169333"/>
                  <a:pt x="439327" y="186815"/>
                  <a:pt x="434207" y="203200"/>
                </a:cubicBezTo>
                <a:cubicBezTo>
                  <a:pt x="399911" y="312948"/>
                  <a:pt x="261785" y="381777"/>
                  <a:pt x="188674" y="440266"/>
                </a:cubicBezTo>
                <a:cubicBezTo>
                  <a:pt x="76146" y="530288"/>
                  <a:pt x="107857" y="501182"/>
                  <a:pt x="27807" y="592666"/>
                </a:cubicBezTo>
                <a:cubicBezTo>
                  <a:pt x="19340" y="626533"/>
                  <a:pt x="-8232" y="661018"/>
                  <a:pt x="2407" y="694266"/>
                </a:cubicBezTo>
                <a:cubicBezTo>
                  <a:pt x="17055" y="740040"/>
                  <a:pt x="59901" y="772088"/>
                  <a:pt x="95540" y="804333"/>
                </a:cubicBezTo>
                <a:cubicBezTo>
                  <a:pt x="164686" y="866894"/>
                  <a:pt x="266948" y="878903"/>
                  <a:pt x="349540" y="905933"/>
                </a:cubicBezTo>
                <a:cubicBezTo>
                  <a:pt x="448783" y="938412"/>
                  <a:pt x="547096" y="973666"/>
                  <a:pt x="645874" y="1007533"/>
                </a:cubicBezTo>
                <a:cubicBezTo>
                  <a:pt x="708112" y="1054212"/>
                  <a:pt x="717899" y="1045363"/>
                  <a:pt x="561207" y="1100666"/>
                </a:cubicBezTo>
                <a:cubicBezTo>
                  <a:pt x="411320" y="1153567"/>
                  <a:pt x="104007" y="1236133"/>
                  <a:pt x="104007" y="1236133"/>
                </a:cubicBezTo>
                <a:cubicBezTo>
                  <a:pt x="89896" y="1250244"/>
                  <a:pt x="70037" y="1260347"/>
                  <a:pt x="61674" y="1278466"/>
                </a:cubicBezTo>
                <a:cubicBezTo>
                  <a:pt x="52139" y="1299125"/>
                  <a:pt x="53207" y="1323446"/>
                  <a:pt x="53207" y="1346200"/>
                </a:cubicBezTo>
                <a:cubicBezTo>
                  <a:pt x="53207" y="1440493"/>
                  <a:pt x="85196" y="1430192"/>
                  <a:pt x="180207" y="1498600"/>
                </a:cubicBezTo>
                <a:cubicBezTo>
                  <a:pt x="210069" y="1520101"/>
                  <a:pt x="242296" y="1538111"/>
                  <a:pt x="273340" y="1557866"/>
                </a:cubicBezTo>
                <a:cubicBezTo>
                  <a:pt x="290273" y="1583266"/>
                  <a:pt x="313076" y="1605615"/>
                  <a:pt x="324140" y="1634066"/>
                </a:cubicBezTo>
                <a:cubicBezTo>
                  <a:pt x="333403" y="1657885"/>
                  <a:pt x="339628" y="1685693"/>
                  <a:pt x="332607" y="1710266"/>
                </a:cubicBezTo>
                <a:cubicBezTo>
                  <a:pt x="326504" y="1731627"/>
                  <a:pt x="241553" y="1787400"/>
                  <a:pt x="231007" y="1794933"/>
                </a:cubicBezTo>
                <a:cubicBezTo>
                  <a:pt x="222540" y="1817511"/>
                  <a:pt x="192759" y="1842261"/>
                  <a:pt x="205607" y="1862666"/>
                </a:cubicBezTo>
                <a:cubicBezTo>
                  <a:pt x="279414" y="1979889"/>
                  <a:pt x="322274" y="1997201"/>
                  <a:pt x="408807" y="2040466"/>
                </a:cubicBezTo>
                <a:cubicBezTo>
                  <a:pt x="400340" y="2071511"/>
                  <a:pt x="402247" y="2107514"/>
                  <a:pt x="383407" y="2133600"/>
                </a:cubicBezTo>
                <a:cubicBezTo>
                  <a:pt x="264552" y="2298168"/>
                  <a:pt x="315423" y="2126130"/>
                  <a:pt x="290274" y="2226733"/>
                </a:cubicBezTo>
                <a:cubicBezTo>
                  <a:pt x="307079" y="2361172"/>
                  <a:pt x="296391" y="2347623"/>
                  <a:pt x="341074" y="2463800"/>
                </a:cubicBezTo>
                <a:cubicBezTo>
                  <a:pt x="342507" y="2467525"/>
                  <a:pt x="346718" y="2469444"/>
                  <a:pt x="349540" y="247226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244DEB80-F6EA-4810-AEDE-D080FFF31B8E}"/>
              </a:ext>
            </a:extLst>
          </p:cNvPr>
          <p:cNvSpPr/>
          <p:nvPr/>
        </p:nvSpPr>
        <p:spPr>
          <a:xfrm>
            <a:off x="4501951" y="3843866"/>
            <a:ext cx="688116" cy="2472266"/>
          </a:xfrm>
          <a:custGeom>
            <a:avLst/>
            <a:gdLst>
              <a:gd name="connsiteX0" fmla="*/ 264874 w 688116"/>
              <a:gd name="connsiteY0" fmla="*/ 0 h 2472266"/>
              <a:gd name="connsiteX1" fmla="*/ 307207 w 688116"/>
              <a:gd name="connsiteY1" fmla="*/ 16933 h 2472266"/>
              <a:gd name="connsiteX2" fmla="*/ 425740 w 688116"/>
              <a:gd name="connsiteY2" fmla="*/ 152400 h 2472266"/>
              <a:gd name="connsiteX3" fmla="*/ 434207 w 688116"/>
              <a:gd name="connsiteY3" fmla="*/ 203200 h 2472266"/>
              <a:gd name="connsiteX4" fmla="*/ 188674 w 688116"/>
              <a:gd name="connsiteY4" fmla="*/ 440266 h 2472266"/>
              <a:gd name="connsiteX5" fmla="*/ 27807 w 688116"/>
              <a:gd name="connsiteY5" fmla="*/ 592666 h 2472266"/>
              <a:gd name="connsiteX6" fmla="*/ 2407 w 688116"/>
              <a:gd name="connsiteY6" fmla="*/ 694266 h 2472266"/>
              <a:gd name="connsiteX7" fmla="*/ 95540 w 688116"/>
              <a:gd name="connsiteY7" fmla="*/ 804333 h 2472266"/>
              <a:gd name="connsiteX8" fmla="*/ 349540 w 688116"/>
              <a:gd name="connsiteY8" fmla="*/ 905933 h 2472266"/>
              <a:gd name="connsiteX9" fmla="*/ 645874 w 688116"/>
              <a:gd name="connsiteY9" fmla="*/ 1007533 h 2472266"/>
              <a:gd name="connsiteX10" fmla="*/ 561207 w 688116"/>
              <a:gd name="connsiteY10" fmla="*/ 1100666 h 2472266"/>
              <a:gd name="connsiteX11" fmla="*/ 104007 w 688116"/>
              <a:gd name="connsiteY11" fmla="*/ 1236133 h 2472266"/>
              <a:gd name="connsiteX12" fmla="*/ 61674 w 688116"/>
              <a:gd name="connsiteY12" fmla="*/ 1278466 h 2472266"/>
              <a:gd name="connsiteX13" fmla="*/ 53207 w 688116"/>
              <a:gd name="connsiteY13" fmla="*/ 1346200 h 2472266"/>
              <a:gd name="connsiteX14" fmla="*/ 180207 w 688116"/>
              <a:gd name="connsiteY14" fmla="*/ 1498600 h 2472266"/>
              <a:gd name="connsiteX15" fmla="*/ 273340 w 688116"/>
              <a:gd name="connsiteY15" fmla="*/ 1557866 h 2472266"/>
              <a:gd name="connsiteX16" fmla="*/ 324140 w 688116"/>
              <a:gd name="connsiteY16" fmla="*/ 1634066 h 2472266"/>
              <a:gd name="connsiteX17" fmla="*/ 332607 w 688116"/>
              <a:gd name="connsiteY17" fmla="*/ 1710266 h 2472266"/>
              <a:gd name="connsiteX18" fmla="*/ 231007 w 688116"/>
              <a:gd name="connsiteY18" fmla="*/ 1794933 h 2472266"/>
              <a:gd name="connsiteX19" fmla="*/ 205607 w 688116"/>
              <a:gd name="connsiteY19" fmla="*/ 1862666 h 2472266"/>
              <a:gd name="connsiteX20" fmla="*/ 408807 w 688116"/>
              <a:gd name="connsiteY20" fmla="*/ 2040466 h 2472266"/>
              <a:gd name="connsiteX21" fmla="*/ 383407 w 688116"/>
              <a:gd name="connsiteY21" fmla="*/ 2133600 h 2472266"/>
              <a:gd name="connsiteX22" fmla="*/ 290274 w 688116"/>
              <a:gd name="connsiteY22" fmla="*/ 2226733 h 2472266"/>
              <a:gd name="connsiteX23" fmla="*/ 341074 w 688116"/>
              <a:gd name="connsiteY23" fmla="*/ 2463800 h 2472266"/>
              <a:gd name="connsiteX24" fmla="*/ 349540 w 688116"/>
              <a:gd name="connsiteY24" fmla="*/ 2472266 h 247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88116" h="2472266">
                <a:moveTo>
                  <a:pt x="264874" y="0"/>
                </a:moveTo>
                <a:cubicBezTo>
                  <a:pt x="278985" y="5644"/>
                  <a:pt x="294840" y="8099"/>
                  <a:pt x="307207" y="16933"/>
                </a:cubicBezTo>
                <a:cubicBezTo>
                  <a:pt x="384363" y="72044"/>
                  <a:pt x="380237" y="79594"/>
                  <a:pt x="425740" y="152400"/>
                </a:cubicBezTo>
                <a:cubicBezTo>
                  <a:pt x="428562" y="169333"/>
                  <a:pt x="439327" y="186815"/>
                  <a:pt x="434207" y="203200"/>
                </a:cubicBezTo>
                <a:cubicBezTo>
                  <a:pt x="399911" y="312948"/>
                  <a:pt x="261785" y="381777"/>
                  <a:pt x="188674" y="440266"/>
                </a:cubicBezTo>
                <a:cubicBezTo>
                  <a:pt x="76146" y="530288"/>
                  <a:pt x="107857" y="501182"/>
                  <a:pt x="27807" y="592666"/>
                </a:cubicBezTo>
                <a:cubicBezTo>
                  <a:pt x="19340" y="626533"/>
                  <a:pt x="-8232" y="661018"/>
                  <a:pt x="2407" y="694266"/>
                </a:cubicBezTo>
                <a:cubicBezTo>
                  <a:pt x="17055" y="740040"/>
                  <a:pt x="59901" y="772088"/>
                  <a:pt x="95540" y="804333"/>
                </a:cubicBezTo>
                <a:cubicBezTo>
                  <a:pt x="164686" y="866894"/>
                  <a:pt x="266948" y="878903"/>
                  <a:pt x="349540" y="905933"/>
                </a:cubicBezTo>
                <a:cubicBezTo>
                  <a:pt x="448783" y="938412"/>
                  <a:pt x="547096" y="973666"/>
                  <a:pt x="645874" y="1007533"/>
                </a:cubicBezTo>
                <a:cubicBezTo>
                  <a:pt x="708112" y="1054212"/>
                  <a:pt x="717899" y="1045363"/>
                  <a:pt x="561207" y="1100666"/>
                </a:cubicBezTo>
                <a:cubicBezTo>
                  <a:pt x="411320" y="1153567"/>
                  <a:pt x="104007" y="1236133"/>
                  <a:pt x="104007" y="1236133"/>
                </a:cubicBezTo>
                <a:cubicBezTo>
                  <a:pt x="89896" y="1250244"/>
                  <a:pt x="70037" y="1260347"/>
                  <a:pt x="61674" y="1278466"/>
                </a:cubicBezTo>
                <a:cubicBezTo>
                  <a:pt x="52139" y="1299125"/>
                  <a:pt x="53207" y="1323446"/>
                  <a:pt x="53207" y="1346200"/>
                </a:cubicBezTo>
                <a:cubicBezTo>
                  <a:pt x="53207" y="1440493"/>
                  <a:pt x="85196" y="1430192"/>
                  <a:pt x="180207" y="1498600"/>
                </a:cubicBezTo>
                <a:cubicBezTo>
                  <a:pt x="210069" y="1520101"/>
                  <a:pt x="242296" y="1538111"/>
                  <a:pt x="273340" y="1557866"/>
                </a:cubicBezTo>
                <a:cubicBezTo>
                  <a:pt x="290273" y="1583266"/>
                  <a:pt x="313076" y="1605615"/>
                  <a:pt x="324140" y="1634066"/>
                </a:cubicBezTo>
                <a:cubicBezTo>
                  <a:pt x="333403" y="1657885"/>
                  <a:pt x="339628" y="1685693"/>
                  <a:pt x="332607" y="1710266"/>
                </a:cubicBezTo>
                <a:cubicBezTo>
                  <a:pt x="326504" y="1731627"/>
                  <a:pt x="241553" y="1787400"/>
                  <a:pt x="231007" y="1794933"/>
                </a:cubicBezTo>
                <a:cubicBezTo>
                  <a:pt x="222540" y="1817511"/>
                  <a:pt x="192759" y="1842261"/>
                  <a:pt x="205607" y="1862666"/>
                </a:cubicBezTo>
                <a:cubicBezTo>
                  <a:pt x="279414" y="1979889"/>
                  <a:pt x="322274" y="1997201"/>
                  <a:pt x="408807" y="2040466"/>
                </a:cubicBezTo>
                <a:cubicBezTo>
                  <a:pt x="400340" y="2071511"/>
                  <a:pt x="402247" y="2107514"/>
                  <a:pt x="383407" y="2133600"/>
                </a:cubicBezTo>
                <a:cubicBezTo>
                  <a:pt x="264552" y="2298168"/>
                  <a:pt x="315423" y="2126130"/>
                  <a:pt x="290274" y="2226733"/>
                </a:cubicBezTo>
                <a:cubicBezTo>
                  <a:pt x="307079" y="2361172"/>
                  <a:pt x="296391" y="2347623"/>
                  <a:pt x="341074" y="2463800"/>
                </a:cubicBezTo>
                <a:cubicBezTo>
                  <a:pt x="342507" y="2467525"/>
                  <a:pt x="346718" y="2469444"/>
                  <a:pt x="349540" y="247226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9AFE744A-F63E-43EB-98BA-D917BCC63B07}"/>
              </a:ext>
            </a:extLst>
          </p:cNvPr>
          <p:cNvSpPr/>
          <p:nvPr/>
        </p:nvSpPr>
        <p:spPr>
          <a:xfrm>
            <a:off x="6313909" y="3843866"/>
            <a:ext cx="688116" cy="2472266"/>
          </a:xfrm>
          <a:custGeom>
            <a:avLst/>
            <a:gdLst>
              <a:gd name="connsiteX0" fmla="*/ 264874 w 688116"/>
              <a:gd name="connsiteY0" fmla="*/ 0 h 2472266"/>
              <a:gd name="connsiteX1" fmla="*/ 307207 w 688116"/>
              <a:gd name="connsiteY1" fmla="*/ 16933 h 2472266"/>
              <a:gd name="connsiteX2" fmla="*/ 425740 w 688116"/>
              <a:gd name="connsiteY2" fmla="*/ 152400 h 2472266"/>
              <a:gd name="connsiteX3" fmla="*/ 434207 w 688116"/>
              <a:gd name="connsiteY3" fmla="*/ 203200 h 2472266"/>
              <a:gd name="connsiteX4" fmla="*/ 188674 w 688116"/>
              <a:gd name="connsiteY4" fmla="*/ 440266 h 2472266"/>
              <a:gd name="connsiteX5" fmla="*/ 27807 w 688116"/>
              <a:gd name="connsiteY5" fmla="*/ 592666 h 2472266"/>
              <a:gd name="connsiteX6" fmla="*/ 2407 w 688116"/>
              <a:gd name="connsiteY6" fmla="*/ 694266 h 2472266"/>
              <a:gd name="connsiteX7" fmla="*/ 95540 w 688116"/>
              <a:gd name="connsiteY7" fmla="*/ 804333 h 2472266"/>
              <a:gd name="connsiteX8" fmla="*/ 349540 w 688116"/>
              <a:gd name="connsiteY8" fmla="*/ 905933 h 2472266"/>
              <a:gd name="connsiteX9" fmla="*/ 645874 w 688116"/>
              <a:gd name="connsiteY9" fmla="*/ 1007533 h 2472266"/>
              <a:gd name="connsiteX10" fmla="*/ 561207 w 688116"/>
              <a:gd name="connsiteY10" fmla="*/ 1100666 h 2472266"/>
              <a:gd name="connsiteX11" fmla="*/ 104007 w 688116"/>
              <a:gd name="connsiteY11" fmla="*/ 1236133 h 2472266"/>
              <a:gd name="connsiteX12" fmla="*/ 61674 w 688116"/>
              <a:gd name="connsiteY12" fmla="*/ 1278466 h 2472266"/>
              <a:gd name="connsiteX13" fmla="*/ 53207 w 688116"/>
              <a:gd name="connsiteY13" fmla="*/ 1346200 h 2472266"/>
              <a:gd name="connsiteX14" fmla="*/ 180207 w 688116"/>
              <a:gd name="connsiteY14" fmla="*/ 1498600 h 2472266"/>
              <a:gd name="connsiteX15" fmla="*/ 273340 w 688116"/>
              <a:gd name="connsiteY15" fmla="*/ 1557866 h 2472266"/>
              <a:gd name="connsiteX16" fmla="*/ 324140 w 688116"/>
              <a:gd name="connsiteY16" fmla="*/ 1634066 h 2472266"/>
              <a:gd name="connsiteX17" fmla="*/ 332607 w 688116"/>
              <a:gd name="connsiteY17" fmla="*/ 1710266 h 2472266"/>
              <a:gd name="connsiteX18" fmla="*/ 231007 w 688116"/>
              <a:gd name="connsiteY18" fmla="*/ 1794933 h 2472266"/>
              <a:gd name="connsiteX19" fmla="*/ 205607 w 688116"/>
              <a:gd name="connsiteY19" fmla="*/ 1862666 h 2472266"/>
              <a:gd name="connsiteX20" fmla="*/ 408807 w 688116"/>
              <a:gd name="connsiteY20" fmla="*/ 2040466 h 2472266"/>
              <a:gd name="connsiteX21" fmla="*/ 383407 w 688116"/>
              <a:gd name="connsiteY21" fmla="*/ 2133600 h 2472266"/>
              <a:gd name="connsiteX22" fmla="*/ 290274 w 688116"/>
              <a:gd name="connsiteY22" fmla="*/ 2226733 h 2472266"/>
              <a:gd name="connsiteX23" fmla="*/ 341074 w 688116"/>
              <a:gd name="connsiteY23" fmla="*/ 2463800 h 2472266"/>
              <a:gd name="connsiteX24" fmla="*/ 349540 w 688116"/>
              <a:gd name="connsiteY24" fmla="*/ 2472266 h 247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88116" h="2472266">
                <a:moveTo>
                  <a:pt x="264874" y="0"/>
                </a:moveTo>
                <a:cubicBezTo>
                  <a:pt x="278985" y="5644"/>
                  <a:pt x="294840" y="8099"/>
                  <a:pt x="307207" y="16933"/>
                </a:cubicBezTo>
                <a:cubicBezTo>
                  <a:pt x="384363" y="72044"/>
                  <a:pt x="380237" y="79594"/>
                  <a:pt x="425740" y="152400"/>
                </a:cubicBezTo>
                <a:cubicBezTo>
                  <a:pt x="428562" y="169333"/>
                  <a:pt x="439327" y="186815"/>
                  <a:pt x="434207" y="203200"/>
                </a:cubicBezTo>
                <a:cubicBezTo>
                  <a:pt x="399911" y="312948"/>
                  <a:pt x="261785" y="381777"/>
                  <a:pt x="188674" y="440266"/>
                </a:cubicBezTo>
                <a:cubicBezTo>
                  <a:pt x="76146" y="530288"/>
                  <a:pt x="107857" y="501182"/>
                  <a:pt x="27807" y="592666"/>
                </a:cubicBezTo>
                <a:cubicBezTo>
                  <a:pt x="19340" y="626533"/>
                  <a:pt x="-8232" y="661018"/>
                  <a:pt x="2407" y="694266"/>
                </a:cubicBezTo>
                <a:cubicBezTo>
                  <a:pt x="17055" y="740040"/>
                  <a:pt x="59901" y="772088"/>
                  <a:pt x="95540" y="804333"/>
                </a:cubicBezTo>
                <a:cubicBezTo>
                  <a:pt x="164686" y="866894"/>
                  <a:pt x="266948" y="878903"/>
                  <a:pt x="349540" y="905933"/>
                </a:cubicBezTo>
                <a:cubicBezTo>
                  <a:pt x="448783" y="938412"/>
                  <a:pt x="547096" y="973666"/>
                  <a:pt x="645874" y="1007533"/>
                </a:cubicBezTo>
                <a:cubicBezTo>
                  <a:pt x="708112" y="1054212"/>
                  <a:pt x="717899" y="1045363"/>
                  <a:pt x="561207" y="1100666"/>
                </a:cubicBezTo>
                <a:cubicBezTo>
                  <a:pt x="411320" y="1153567"/>
                  <a:pt x="104007" y="1236133"/>
                  <a:pt x="104007" y="1236133"/>
                </a:cubicBezTo>
                <a:cubicBezTo>
                  <a:pt x="89896" y="1250244"/>
                  <a:pt x="70037" y="1260347"/>
                  <a:pt x="61674" y="1278466"/>
                </a:cubicBezTo>
                <a:cubicBezTo>
                  <a:pt x="52139" y="1299125"/>
                  <a:pt x="53207" y="1323446"/>
                  <a:pt x="53207" y="1346200"/>
                </a:cubicBezTo>
                <a:cubicBezTo>
                  <a:pt x="53207" y="1440493"/>
                  <a:pt x="85196" y="1430192"/>
                  <a:pt x="180207" y="1498600"/>
                </a:cubicBezTo>
                <a:cubicBezTo>
                  <a:pt x="210069" y="1520101"/>
                  <a:pt x="242296" y="1538111"/>
                  <a:pt x="273340" y="1557866"/>
                </a:cubicBezTo>
                <a:cubicBezTo>
                  <a:pt x="290273" y="1583266"/>
                  <a:pt x="313076" y="1605615"/>
                  <a:pt x="324140" y="1634066"/>
                </a:cubicBezTo>
                <a:cubicBezTo>
                  <a:pt x="333403" y="1657885"/>
                  <a:pt x="339628" y="1685693"/>
                  <a:pt x="332607" y="1710266"/>
                </a:cubicBezTo>
                <a:cubicBezTo>
                  <a:pt x="326504" y="1731627"/>
                  <a:pt x="241553" y="1787400"/>
                  <a:pt x="231007" y="1794933"/>
                </a:cubicBezTo>
                <a:cubicBezTo>
                  <a:pt x="222540" y="1817511"/>
                  <a:pt x="192759" y="1842261"/>
                  <a:pt x="205607" y="1862666"/>
                </a:cubicBezTo>
                <a:cubicBezTo>
                  <a:pt x="279414" y="1979889"/>
                  <a:pt x="322274" y="1997201"/>
                  <a:pt x="408807" y="2040466"/>
                </a:cubicBezTo>
                <a:cubicBezTo>
                  <a:pt x="400340" y="2071511"/>
                  <a:pt x="402247" y="2107514"/>
                  <a:pt x="383407" y="2133600"/>
                </a:cubicBezTo>
                <a:cubicBezTo>
                  <a:pt x="264552" y="2298168"/>
                  <a:pt x="315423" y="2126130"/>
                  <a:pt x="290274" y="2226733"/>
                </a:cubicBezTo>
                <a:cubicBezTo>
                  <a:pt x="307079" y="2361172"/>
                  <a:pt x="296391" y="2347623"/>
                  <a:pt x="341074" y="2463800"/>
                </a:cubicBezTo>
                <a:cubicBezTo>
                  <a:pt x="342507" y="2467525"/>
                  <a:pt x="346718" y="2469444"/>
                  <a:pt x="349540" y="247226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2A549F6C-B98B-43BF-A887-3F4086722911}"/>
              </a:ext>
            </a:extLst>
          </p:cNvPr>
          <p:cNvSpPr/>
          <p:nvPr/>
        </p:nvSpPr>
        <p:spPr>
          <a:xfrm>
            <a:off x="8125867" y="3843866"/>
            <a:ext cx="688116" cy="2472266"/>
          </a:xfrm>
          <a:custGeom>
            <a:avLst/>
            <a:gdLst>
              <a:gd name="connsiteX0" fmla="*/ 264874 w 688116"/>
              <a:gd name="connsiteY0" fmla="*/ 0 h 2472266"/>
              <a:gd name="connsiteX1" fmla="*/ 307207 w 688116"/>
              <a:gd name="connsiteY1" fmla="*/ 16933 h 2472266"/>
              <a:gd name="connsiteX2" fmla="*/ 425740 w 688116"/>
              <a:gd name="connsiteY2" fmla="*/ 152400 h 2472266"/>
              <a:gd name="connsiteX3" fmla="*/ 434207 w 688116"/>
              <a:gd name="connsiteY3" fmla="*/ 203200 h 2472266"/>
              <a:gd name="connsiteX4" fmla="*/ 188674 w 688116"/>
              <a:gd name="connsiteY4" fmla="*/ 440266 h 2472266"/>
              <a:gd name="connsiteX5" fmla="*/ 27807 w 688116"/>
              <a:gd name="connsiteY5" fmla="*/ 592666 h 2472266"/>
              <a:gd name="connsiteX6" fmla="*/ 2407 w 688116"/>
              <a:gd name="connsiteY6" fmla="*/ 694266 h 2472266"/>
              <a:gd name="connsiteX7" fmla="*/ 95540 w 688116"/>
              <a:gd name="connsiteY7" fmla="*/ 804333 h 2472266"/>
              <a:gd name="connsiteX8" fmla="*/ 349540 w 688116"/>
              <a:gd name="connsiteY8" fmla="*/ 905933 h 2472266"/>
              <a:gd name="connsiteX9" fmla="*/ 645874 w 688116"/>
              <a:gd name="connsiteY9" fmla="*/ 1007533 h 2472266"/>
              <a:gd name="connsiteX10" fmla="*/ 561207 w 688116"/>
              <a:gd name="connsiteY10" fmla="*/ 1100666 h 2472266"/>
              <a:gd name="connsiteX11" fmla="*/ 104007 w 688116"/>
              <a:gd name="connsiteY11" fmla="*/ 1236133 h 2472266"/>
              <a:gd name="connsiteX12" fmla="*/ 61674 w 688116"/>
              <a:gd name="connsiteY12" fmla="*/ 1278466 h 2472266"/>
              <a:gd name="connsiteX13" fmla="*/ 53207 w 688116"/>
              <a:gd name="connsiteY13" fmla="*/ 1346200 h 2472266"/>
              <a:gd name="connsiteX14" fmla="*/ 180207 w 688116"/>
              <a:gd name="connsiteY14" fmla="*/ 1498600 h 2472266"/>
              <a:gd name="connsiteX15" fmla="*/ 273340 w 688116"/>
              <a:gd name="connsiteY15" fmla="*/ 1557866 h 2472266"/>
              <a:gd name="connsiteX16" fmla="*/ 324140 w 688116"/>
              <a:gd name="connsiteY16" fmla="*/ 1634066 h 2472266"/>
              <a:gd name="connsiteX17" fmla="*/ 332607 w 688116"/>
              <a:gd name="connsiteY17" fmla="*/ 1710266 h 2472266"/>
              <a:gd name="connsiteX18" fmla="*/ 231007 w 688116"/>
              <a:gd name="connsiteY18" fmla="*/ 1794933 h 2472266"/>
              <a:gd name="connsiteX19" fmla="*/ 205607 w 688116"/>
              <a:gd name="connsiteY19" fmla="*/ 1862666 h 2472266"/>
              <a:gd name="connsiteX20" fmla="*/ 408807 w 688116"/>
              <a:gd name="connsiteY20" fmla="*/ 2040466 h 2472266"/>
              <a:gd name="connsiteX21" fmla="*/ 383407 w 688116"/>
              <a:gd name="connsiteY21" fmla="*/ 2133600 h 2472266"/>
              <a:gd name="connsiteX22" fmla="*/ 290274 w 688116"/>
              <a:gd name="connsiteY22" fmla="*/ 2226733 h 2472266"/>
              <a:gd name="connsiteX23" fmla="*/ 341074 w 688116"/>
              <a:gd name="connsiteY23" fmla="*/ 2463800 h 2472266"/>
              <a:gd name="connsiteX24" fmla="*/ 349540 w 688116"/>
              <a:gd name="connsiteY24" fmla="*/ 2472266 h 247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88116" h="2472266">
                <a:moveTo>
                  <a:pt x="264874" y="0"/>
                </a:moveTo>
                <a:cubicBezTo>
                  <a:pt x="278985" y="5644"/>
                  <a:pt x="294840" y="8099"/>
                  <a:pt x="307207" y="16933"/>
                </a:cubicBezTo>
                <a:cubicBezTo>
                  <a:pt x="384363" y="72044"/>
                  <a:pt x="380237" y="79594"/>
                  <a:pt x="425740" y="152400"/>
                </a:cubicBezTo>
                <a:cubicBezTo>
                  <a:pt x="428562" y="169333"/>
                  <a:pt x="439327" y="186815"/>
                  <a:pt x="434207" y="203200"/>
                </a:cubicBezTo>
                <a:cubicBezTo>
                  <a:pt x="399911" y="312948"/>
                  <a:pt x="261785" y="381777"/>
                  <a:pt x="188674" y="440266"/>
                </a:cubicBezTo>
                <a:cubicBezTo>
                  <a:pt x="76146" y="530288"/>
                  <a:pt x="107857" y="501182"/>
                  <a:pt x="27807" y="592666"/>
                </a:cubicBezTo>
                <a:cubicBezTo>
                  <a:pt x="19340" y="626533"/>
                  <a:pt x="-8232" y="661018"/>
                  <a:pt x="2407" y="694266"/>
                </a:cubicBezTo>
                <a:cubicBezTo>
                  <a:pt x="17055" y="740040"/>
                  <a:pt x="59901" y="772088"/>
                  <a:pt x="95540" y="804333"/>
                </a:cubicBezTo>
                <a:cubicBezTo>
                  <a:pt x="164686" y="866894"/>
                  <a:pt x="266948" y="878903"/>
                  <a:pt x="349540" y="905933"/>
                </a:cubicBezTo>
                <a:cubicBezTo>
                  <a:pt x="448783" y="938412"/>
                  <a:pt x="547096" y="973666"/>
                  <a:pt x="645874" y="1007533"/>
                </a:cubicBezTo>
                <a:cubicBezTo>
                  <a:pt x="708112" y="1054212"/>
                  <a:pt x="717899" y="1045363"/>
                  <a:pt x="561207" y="1100666"/>
                </a:cubicBezTo>
                <a:cubicBezTo>
                  <a:pt x="411320" y="1153567"/>
                  <a:pt x="104007" y="1236133"/>
                  <a:pt x="104007" y="1236133"/>
                </a:cubicBezTo>
                <a:cubicBezTo>
                  <a:pt x="89896" y="1250244"/>
                  <a:pt x="70037" y="1260347"/>
                  <a:pt x="61674" y="1278466"/>
                </a:cubicBezTo>
                <a:cubicBezTo>
                  <a:pt x="52139" y="1299125"/>
                  <a:pt x="53207" y="1323446"/>
                  <a:pt x="53207" y="1346200"/>
                </a:cubicBezTo>
                <a:cubicBezTo>
                  <a:pt x="53207" y="1440493"/>
                  <a:pt x="85196" y="1430192"/>
                  <a:pt x="180207" y="1498600"/>
                </a:cubicBezTo>
                <a:cubicBezTo>
                  <a:pt x="210069" y="1520101"/>
                  <a:pt x="242296" y="1538111"/>
                  <a:pt x="273340" y="1557866"/>
                </a:cubicBezTo>
                <a:cubicBezTo>
                  <a:pt x="290273" y="1583266"/>
                  <a:pt x="313076" y="1605615"/>
                  <a:pt x="324140" y="1634066"/>
                </a:cubicBezTo>
                <a:cubicBezTo>
                  <a:pt x="333403" y="1657885"/>
                  <a:pt x="339628" y="1685693"/>
                  <a:pt x="332607" y="1710266"/>
                </a:cubicBezTo>
                <a:cubicBezTo>
                  <a:pt x="326504" y="1731627"/>
                  <a:pt x="241553" y="1787400"/>
                  <a:pt x="231007" y="1794933"/>
                </a:cubicBezTo>
                <a:cubicBezTo>
                  <a:pt x="222540" y="1817511"/>
                  <a:pt x="192759" y="1842261"/>
                  <a:pt x="205607" y="1862666"/>
                </a:cubicBezTo>
                <a:cubicBezTo>
                  <a:pt x="279414" y="1979889"/>
                  <a:pt x="322274" y="1997201"/>
                  <a:pt x="408807" y="2040466"/>
                </a:cubicBezTo>
                <a:cubicBezTo>
                  <a:pt x="400340" y="2071511"/>
                  <a:pt x="402247" y="2107514"/>
                  <a:pt x="383407" y="2133600"/>
                </a:cubicBezTo>
                <a:cubicBezTo>
                  <a:pt x="264552" y="2298168"/>
                  <a:pt x="315423" y="2126130"/>
                  <a:pt x="290274" y="2226733"/>
                </a:cubicBezTo>
                <a:cubicBezTo>
                  <a:pt x="307079" y="2361172"/>
                  <a:pt x="296391" y="2347623"/>
                  <a:pt x="341074" y="2463800"/>
                </a:cubicBezTo>
                <a:cubicBezTo>
                  <a:pt x="342507" y="2467525"/>
                  <a:pt x="346718" y="2469444"/>
                  <a:pt x="349540" y="247226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43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9B3B9-1483-460C-84DD-FF38ECA6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18255"/>
            <a:ext cx="11156852" cy="1325563"/>
          </a:xfrm>
        </p:spPr>
        <p:txBody>
          <a:bodyPr/>
          <a:lstStyle/>
          <a:p>
            <a:r>
              <a:rPr lang="ko-KR" altLang="en-US" dirty="0"/>
              <a:t>스레드의</a:t>
            </a:r>
            <a:r>
              <a:rPr lang="en-US" altLang="ko-KR" dirty="0"/>
              <a:t> </a:t>
            </a:r>
            <a:r>
              <a:rPr lang="ko-KR" altLang="en-US" dirty="0"/>
              <a:t>동작 확인을 위한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994D54-484B-48F8-8CA3-29F5D832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8" y="1264163"/>
            <a:ext cx="11156852" cy="1600541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간단한 프로그램 작성</a:t>
            </a:r>
            <a:endParaRPr lang="en-US" altLang="ko-KR" dirty="0"/>
          </a:p>
          <a:p>
            <a:pPr lvl="1"/>
            <a:r>
              <a:rPr lang="en-US" altLang="ko-KR" dirty="0"/>
              <a:t> WM_LBUTTONDOWN</a:t>
            </a:r>
            <a:r>
              <a:rPr lang="ko-KR" altLang="en-US" dirty="0"/>
              <a:t>이 발생하면</a:t>
            </a:r>
            <a:r>
              <a:rPr lang="en-US" altLang="ko-KR" dirty="0"/>
              <a:t>, </a:t>
            </a:r>
            <a:r>
              <a:rPr lang="ko-KR" altLang="en-US" dirty="0"/>
              <a:t>해당 위치까지 선을 그린다</a:t>
            </a:r>
            <a:r>
              <a:rPr lang="en-US" altLang="ko-KR" dirty="0"/>
              <a:t>~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선을 한번에 그리는 것이 아니라 서서히 실제로 그리는 것처럼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0836D2-3527-42F7-811C-87CA9ECD6A0D}"/>
              </a:ext>
            </a:extLst>
          </p:cNvPr>
          <p:cNvSpPr/>
          <p:nvPr/>
        </p:nvSpPr>
        <p:spPr>
          <a:xfrm>
            <a:off x="1955409" y="2864704"/>
            <a:ext cx="8281182" cy="35220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DFEC8DE-BE2D-4E20-B884-8DA8C7734597}"/>
              </a:ext>
            </a:extLst>
          </p:cNvPr>
          <p:cNvSpPr/>
          <p:nvPr/>
        </p:nvSpPr>
        <p:spPr>
          <a:xfrm>
            <a:off x="3882683" y="5401994"/>
            <a:ext cx="351692" cy="3516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3E84F-6BC6-4BC8-8C8C-8FC88DD7E51C}"/>
              </a:ext>
            </a:extLst>
          </p:cNvPr>
          <p:cNvSpPr txBox="1"/>
          <p:nvPr/>
        </p:nvSpPr>
        <p:spPr>
          <a:xfrm>
            <a:off x="4379515" y="5409171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WM_LBUTTONDOWN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280FA06-2DA0-41A1-BF75-67BE4B5EB406}"/>
              </a:ext>
            </a:extLst>
          </p:cNvPr>
          <p:cNvCxnSpPr/>
          <p:nvPr/>
        </p:nvCxnSpPr>
        <p:spPr>
          <a:xfrm>
            <a:off x="4075868" y="2864704"/>
            <a:ext cx="0" cy="13982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598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9B3B9-1483-460C-84DD-FF38ECA6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18255"/>
            <a:ext cx="11156852" cy="1325563"/>
          </a:xfrm>
        </p:spPr>
        <p:txBody>
          <a:bodyPr/>
          <a:lstStyle/>
          <a:p>
            <a:r>
              <a:rPr lang="ko-KR" altLang="en-US" dirty="0"/>
              <a:t>일반적인 프로그램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994D54-484B-48F8-8CA3-29F5D832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8" y="1264163"/>
            <a:ext cx="11156852" cy="5458609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main( )</a:t>
            </a:r>
          </a:p>
          <a:p>
            <a:pPr marL="0" indent="0">
              <a:buNone/>
            </a:pPr>
            <a:r>
              <a:rPr lang="en-US" altLang="ko-KR" dirty="0"/>
              <a:t>{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err="1"/>
              <a:t>aaa</a:t>
            </a:r>
            <a:r>
              <a:rPr lang="en-US" altLang="ko-KR" dirty="0"/>
              <a:t>( );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err="1"/>
              <a:t>bbb</a:t>
            </a:r>
            <a:r>
              <a:rPr lang="en-US" altLang="ko-KR" dirty="0"/>
              <a:t>( );</a:t>
            </a:r>
          </a:p>
          <a:p>
            <a:pPr marL="0" indent="0">
              <a:buNone/>
            </a:pPr>
            <a:r>
              <a:rPr lang="en-US" altLang="ko-KR" dirty="0"/>
              <a:t>	ccc( );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D4BFEC-DC80-44F6-84A8-7CE72271282D}"/>
              </a:ext>
            </a:extLst>
          </p:cNvPr>
          <p:cNvSpPr/>
          <p:nvPr/>
        </p:nvSpPr>
        <p:spPr>
          <a:xfrm>
            <a:off x="5537915" y="1343818"/>
            <a:ext cx="2524260" cy="5646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83512F-AAC9-4C3C-9AF1-CA6B6D9CD948}"/>
              </a:ext>
            </a:extLst>
          </p:cNvPr>
          <p:cNvSpPr/>
          <p:nvPr/>
        </p:nvSpPr>
        <p:spPr>
          <a:xfrm>
            <a:off x="5537915" y="2589726"/>
            <a:ext cx="2524260" cy="5646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aaa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846CDFE-340D-41EA-8E27-AD1D8CB3F071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800045" y="1908455"/>
            <a:ext cx="0" cy="6812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3011B5-0190-4F31-B877-7F1B9157DF0B}"/>
              </a:ext>
            </a:extLst>
          </p:cNvPr>
          <p:cNvSpPr/>
          <p:nvPr/>
        </p:nvSpPr>
        <p:spPr>
          <a:xfrm>
            <a:off x="5537915" y="3835634"/>
            <a:ext cx="2524260" cy="56463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bbb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D5F7F18-A494-40BB-8E4D-E8192B63A210}"/>
              </a:ext>
            </a:extLst>
          </p:cNvPr>
          <p:cNvCxnSpPr>
            <a:endCxn id="8" idx="0"/>
          </p:cNvCxnSpPr>
          <p:nvPr/>
        </p:nvCxnSpPr>
        <p:spPr>
          <a:xfrm>
            <a:off x="6800045" y="3154363"/>
            <a:ext cx="0" cy="6812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4A7FD1-E925-4FD2-94B3-CDF7C9EBE7B1}"/>
              </a:ext>
            </a:extLst>
          </p:cNvPr>
          <p:cNvSpPr/>
          <p:nvPr/>
        </p:nvSpPr>
        <p:spPr>
          <a:xfrm>
            <a:off x="5537915" y="4996884"/>
            <a:ext cx="2524260" cy="5646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ccc( );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FD259AA-629E-44C1-98D9-2D4C57809780}"/>
              </a:ext>
            </a:extLst>
          </p:cNvPr>
          <p:cNvCxnSpPr>
            <a:endCxn id="10" idx="0"/>
          </p:cNvCxnSpPr>
          <p:nvPr/>
        </p:nvCxnSpPr>
        <p:spPr>
          <a:xfrm>
            <a:off x="6800045" y="4315613"/>
            <a:ext cx="0" cy="6812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3D59CDB-1C0C-461B-93AE-14C144255DAE}"/>
              </a:ext>
            </a:extLst>
          </p:cNvPr>
          <p:cNvSpPr/>
          <p:nvPr/>
        </p:nvSpPr>
        <p:spPr>
          <a:xfrm>
            <a:off x="3181084" y="1972905"/>
            <a:ext cx="1880312" cy="155590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aaa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78A4376-5419-4C26-9446-F5784EEBCD4A}"/>
              </a:ext>
            </a:extLst>
          </p:cNvPr>
          <p:cNvCxnSpPr>
            <a:cxnSpLocks/>
          </p:cNvCxnSpPr>
          <p:nvPr/>
        </p:nvCxnSpPr>
        <p:spPr>
          <a:xfrm flipH="1" flipV="1">
            <a:off x="5061396" y="2025089"/>
            <a:ext cx="476519" cy="5646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522D9E7-0099-4412-8F98-6B7D6D654798}"/>
              </a:ext>
            </a:extLst>
          </p:cNvPr>
          <p:cNvCxnSpPr>
            <a:cxnSpLocks/>
          </p:cNvCxnSpPr>
          <p:nvPr/>
        </p:nvCxnSpPr>
        <p:spPr>
          <a:xfrm flipV="1">
            <a:off x="5061395" y="3122928"/>
            <a:ext cx="476520" cy="372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2B26D65-51A3-40DD-AF5C-E090E272603E}"/>
              </a:ext>
            </a:extLst>
          </p:cNvPr>
          <p:cNvCxnSpPr>
            <a:cxnSpLocks/>
          </p:cNvCxnSpPr>
          <p:nvPr/>
        </p:nvCxnSpPr>
        <p:spPr>
          <a:xfrm>
            <a:off x="5164427" y="2307407"/>
            <a:ext cx="0" cy="10015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3B2AE4-9F83-4412-BCF0-53180104498F}"/>
              </a:ext>
            </a:extLst>
          </p:cNvPr>
          <p:cNvSpPr/>
          <p:nvPr/>
        </p:nvSpPr>
        <p:spPr>
          <a:xfrm>
            <a:off x="3206841" y="3900881"/>
            <a:ext cx="1880312" cy="155590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bbb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224135F-7CC7-4FC7-B8CB-903AAC8926BA}"/>
              </a:ext>
            </a:extLst>
          </p:cNvPr>
          <p:cNvCxnSpPr>
            <a:cxnSpLocks/>
          </p:cNvCxnSpPr>
          <p:nvPr/>
        </p:nvCxnSpPr>
        <p:spPr>
          <a:xfrm flipH="1">
            <a:off x="5074275" y="3867069"/>
            <a:ext cx="476518" cy="965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040B6DF-AED8-4971-A0BA-754FCD9AAB1A}"/>
              </a:ext>
            </a:extLst>
          </p:cNvPr>
          <p:cNvCxnSpPr>
            <a:cxnSpLocks/>
          </p:cNvCxnSpPr>
          <p:nvPr/>
        </p:nvCxnSpPr>
        <p:spPr>
          <a:xfrm flipV="1">
            <a:off x="5074273" y="4400271"/>
            <a:ext cx="476520" cy="10332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F91FC6D-ED6D-4A07-9116-D2473B4E10B4}"/>
              </a:ext>
            </a:extLst>
          </p:cNvPr>
          <p:cNvCxnSpPr>
            <a:cxnSpLocks/>
          </p:cNvCxnSpPr>
          <p:nvPr/>
        </p:nvCxnSpPr>
        <p:spPr>
          <a:xfrm>
            <a:off x="5177305" y="3995328"/>
            <a:ext cx="0" cy="10015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A70B5F8-8CBC-4843-B59D-AB935DD0E6A7}"/>
              </a:ext>
            </a:extLst>
          </p:cNvPr>
          <p:cNvSpPr/>
          <p:nvPr/>
        </p:nvSpPr>
        <p:spPr>
          <a:xfrm>
            <a:off x="8829540" y="1343818"/>
            <a:ext cx="1911440" cy="5646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B0FF969-413E-4E92-A015-69E0447D6367}"/>
              </a:ext>
            </a:extLst>
          </p:cNvPr>
          <p:cNvSpPr/>
          <p:nvPr/>
        </p:nvSpPr>
        <p:spPr>
          <a:xfrm>
            <a:off x="8829540" y="1947092"/>
            <a:ext cx="1911440" cy="155590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aaa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A4AB88D-6358-40D0-8A86-BEBDF31280DB}"/>
              </a:ext>
            </a:extLst>
          </p:cNvPr>
          <p:cNvSpPr/>
          <p:nvPr/>
        </p:nvSpPr>
        <p:spPr>
          <a:xfrm>
            <a:off x="8829540" y="3542825"/>
            <a:ext cx="1911440" cy="155590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bbb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53A00BF-CBAB-474E-AAE8-34D0EB5A4528}"/>
              </a:ext>
            </a:extLst>
          </p:cNvPr>
          <p:cNvCxnSpPr>
            <a:cxnSpLocks/>
          </p:cNvCxnSpPr>
          <p:nvPr/>
        </p:nvCxnSpPr>
        <p:spPr>
          <a:xfrm>
            <a:off x="11011435" y="1343818"/>
            <a:ext cx="0" cy="375491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611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9B3B9-1483-460C-84DD-FF38ECA6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18255"/>
            <a:ext cx="11156852" cy="1325563"/>
          </a:xfrm>
        </p:spPr>
        <p:txBody>
          <a:bodyPr/>
          <a:lstStyle/>
          <a:p>
            <a:r>
              <a:rPr lang="ko-KR" altLang="en-US" dirty="0"/>
              <a:t>윈도우 스레드 프로그래밍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994D54-484B-48F8-8CA3-29F5D832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8" y="1264163"/>
            <a:ext cx="11156852" cy="5474262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스레드는 반드시 함수로 구성되어야 한다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스레드의 시작은 스레드 함수를 호출함으로써 진행된다</a:t>
            </a:r>
            <a:r>
              <a:rPr lang="en-US" altLang="ko-KR" dirty="0"/>
              <a:t>!!!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윈도우 스레드 함수는 원형이 고정되어 있다</a:t>
            </a:r>
            <a:r>
              <a:rPr lang="en-US" altLang="ko-KR" dirty="0"/>
              <a:t>!!!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함수 원형 </a:t>
            </a:r>
            <a:r>
              <a:rPr lang="en-US" altLang="ko-KR" dirty="0"/>
              <a:t>: DWORD WINAPI </a:t>
            </a:r>
            <a:r>
              <a:rPr lang="ko-KR" altLang="en-US" dirty="0"/>
              <a:t>함수이름</a:t>
            </a:r>
            <a:r>
              <a:rPr lang="en-US" altLang="ko-KR" dirty="0"/>
              <a:t>(LPVOID </a:t>
            </a:r>
            <a:r>
              <a:rPr lang="ko-KR" altLang="en-US" dirty="0"/>
              <a:t>인수이름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원형 구조가 아니면 스레드가 정상적으로 동작하지 않는다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스레드 함수 호출은 일반 함수 호출과 다르다</a:t>
            </a:r>
            <a:r>
              <a:rPr lang="en-US" altLang="ko-KR" dirty="0"/>
              <a:t>! </a:t>
            </a:r>
            <a:r>
              <a:rPr lang="en-US" altLang="ko-KR" dirty="0">
                <a:sym typeface="Wingdings" panose="05000000000000000000" pitchFamily="2" charset="2"/>
              </a:rPr>
              <a:t> OS</a:t>
            </a:r>
            <a:r>
              <a:rPr lang="ko-KR" altLang="en-US" dirty="0">
                <a:sym typeface="Wingdings" panose="05000000000000000000" pitchFamily="2" charset="2"/>
              </a:rPr>
              <a:t>에게 맡긴다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윈도우</a:t>
            </a:r>
            <a:r>
              <a:rPr lang="en-US" altLang="ko-KR" dirty="0">
                <a:sym typeface="Wingdings" panose="05000000000000000000" pitchFamily="2" charset="2"/>
              </a:rPr>
              <a:t> API</a:t>
            </a:r>
            <a:r>
              <a:rPr lang="ko-KR" altLang="en-US" dirty="0">
                <a:sym typeface="Wingdings" panose="05000000000000000000" pitchFamily="2" charset="2"/>
              </a:rPr>
              <a:t>를 이용해서 스레드를 호출하도록 구성</a:t>
            </a:r>
            <a:r>
              <a:rPr lang="en-US" altLang="ko-KR" dirty="0">
                <a:sym typeface="Wingdings" panose="05000000000000000000" pitchFamily="2" charset="2"/>
              </a:rPr>
              <a:t>~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스레드 생성 </a:t>
            </a:r>
            <a:r>
              <a:rPr lang="en-US" altLang="ko-KR" dirty="0">
                <a:sym typeface="Wingdings" panose="05000000000000000000" pitchFamily="2" charset="2"/>
              </a:rPr>
              <a:t>API : </a:t>
            </a:r>
            <a:r>
              <a:rPr lang="en-US" altLang="ko-KR" dirty="0" err="1">
                <a:sym typeface="Wingdings" panose="05000000000000000000" pitchFamily="2" charset="2"/>
              </a:rPr>
              <a:t>CreateThread</a:t>
            </a:r>
            <a:r>
              <a:rPr lang="en-US" altLang="ko-KR" dirty="0">
                <a:sym typeface="Wingdings" panose="05000000000000000000" pitchFamily="2" charset="2"/>
              </a:rPr>
              <a:t>( ) API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스레드의 종료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함수가 </a:t>
            </a:r>
            <a:r>
              <a:rPr lang="en-US" altLang="ko-KR" dirty="0">
                <a:sym typeface="Wingdings" panose="05000000000000000000" pitchFamily="2" charset="2"/>
              </a:rPr>
              <a:t>return </a:t>
            </a:r>
            <a:r>
              <a:rPr lang="ko-KR" altLang="en-US" dirty="0">
                <a:sym typeface="Wingdings" panose="05000000000000000000" pitchFamily="2" charset="2"/>
              </a:rPr>
              <a:t>되면 종료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스레드도 프로세스의 </a:t>
            </a:r>
            <a:r>
              <a:rPr lang="en-US" altLang="ko-KR" dirty="0">
                <a:sym typeface="Wingdings" panose="05000000000000000000" pitchFamily="2" charset="2"/>
              </a:rPr>
              <a:t>PID</a:t>
            </a:r>
            <a:r>
              <a:rPr lang="ko-KR" altLang="en-US" dirty="0">
                <a:sym typeface="Wingdings" panose="05000000000000000000" pitchFamily="2" charset="2"/>
              </a:rPr>
              <a:t>처럼 </a:t>
            </a:r>
            <a:r>
              <a:rPr lang="en-US" altLang="ko-KR" dirty="0">
                <a:sym typeface="Wingdings" panose="05000000000000000000" pitchFamily="2" charset="2"/>
              </a:rPr>
              <a:t>TID(</a:t>
            </a:r>
            <a:r>
              <a:rPr lang="en-US" altLang="ko-KR" dirty="0" err="1">
                <a:sym typeface="Wingdings" panose="05000000000000000000" pitchFamily="2" charset="2"/>
              </a:rPr>
              <a:t>ThreadID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가 존재한다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016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9B3B9-1483-460C-84DD-FF38ECA6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18255"/>
            <a:ext cx="11156852" cy="1325563"/>
          </a:xfrm>
        </p:spPr>
        <p:txBody>
          <a:bodyPr/>
          <a:lstStyle/>
          <a:p>
            <a:r>
              <a:rPr lang="ko-KR" altLang="en-US" dirty="0"/>
              <a:t>스레드의 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994D54-484B-48F8-8CA3-29F5D832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8" y="1264163"/>
            <a:ext cx="11156852" cy="5474262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생명주기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/</a:t>
            </a:r>
            <a:r>
              <a:rPr lang="ko-KR" altLang="en-US" dirty="0"/>
              <a:t>실행 </a:t>
            </a:r>
            <a:r>
              <a:rPr lang="en-US" altLang="ko-KR" dirty="0"/>
              <a:t>: </a:t>
            </a:r>
            <a:r>
              <a:rPr lang="en-US" altLang="ko-KR" dirty="0" err="1"/>
              <a:t>CreateThread</a:t>
            </a:r>
            <a:r>
              <a:rPr lang="en-US" altLang="ko-KR" dirty="0"/>
              <a:t>( ) API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일시중단</a:t>
            </a:r>
            <a:r>
              <a:rPr lang="en-US" altLang="ko-KR" dirty="0"/>
              <a:t>(</a:t>
            </a:r>
            <a:r>
              <a:rPr lang="ko-KR" altLang="en-US" dirty="0"/>
              <a:t>중지</a:t>
            </a:r>
            <a:r>
              <a:rPr lang="en-US" altLang="ko-KR" dirty="0"/>
              <a:t>/</a:t>
            </a:r>
            <a:r>
              <a:rPr lang="ko-KR" altLang="en-US" dirty="0"/>
              <a:t>정지</a:t>
            </a:r>
            <a:r>
              <a:rPr lang="en-US" altLang="ko-KR" dirty="0"/>
              <a:t>) : </a:t>
            </a:r>
            <a:r>
              <a:rPr lang="en-US" altLang="ko-KR" dirty="0" err="1"/>
              <a:t>SuspendThread</a:t>
            </a:r>
            <a:r>
              <a:rPr lang="en-US" altLang="ko-KR" dirty="0"/>
              <a:t>( ) API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재개 </a:t>
            </a:r>
            <a:r>
              <a:rPr lang="en-US" altLang="ko-KR" dirty="0"/>
              <a:t>: </a:t>
            </a:r>
            <a:r>
              <a:rPr lang="en-US" altLang="ko-KR" dirty="0" err="1"/>
              <a:t>ResumeThread</a:t>
            </a:r>
            <a:r>
              <a:rPr lang="en-US" altLang="ko-KR" dirty="0"/>
              <a:t>( ) API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종료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스스로 자원을 정리하고 종료 </a:t>
            </a:r>
            <a:r>
              <a:rPr lang="en-US" altLang="ko-KR" dirty="0"/>
              <a:t>: </a:t>
            </a:r>
            <a:r>
              <a:rPr lang="en-US" altLang="ko-KR" dirty="0" err="1"/>
              <a:t>ExitThread</a:t>
            </a:r>
            <a:r>
              <a:rPr lang="en-US" altLang="ko-KR" dirty="0"/>
              <a:t>( ) API</a:t>
            </a:r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외부에서 강제로 스레드를 종료 </a:t>
            </a:r>
            <a:r>
              <a:rPr lang="en-US" altLang="ko-KR" dirty="0"/>
              <a:t>: </a:t>
            </a:r>
            <a:r>
              <a:rPr lang="en-US" altLang="ko-KR" dirty="0" err="1"/>
              <a:t>TerminateThread</a:t>
            </a:r>
            <a:r>
              <a:rPr lang="en-US" altLang="ko-KR" dirty="0"/>
              <a:t>( ) API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스레드를 제어하기 위해서 필요한 자료형 </a:t>
            </a:r>
            <a:r>
              <a:rPr lang="en-US" altLang="ko-KR" dirty="0"/>
              <a:t>: HANDLE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스레드는 일시중단 카운트 값이 존재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SuspendThread</a:t>
            </a:r>
            <a:r>
              <a:rPr lang="en-US" altLang="ko-KR" dirty="0"/>
              <a:t>( )</a:t>
            </a:r>
            <a:r>
              <a:rPr lang="ko-KR" altLang="en-US" dirty="0"/>
              <a:t>는 해당 카운트 값을 </a:t>
            </a:r>
            <a:r>
              <a:rPr lang="en-US" altLang="ko-KR" dirty="0"/>
              <a:t>1 </a:t>
            </a:r>
            <a:r>
              <a:rPr lang="ko-KR" altLang="en-US" dirty="0"/>
              <a:t>증가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ResumeThread</a:t>
            </a:r>
            <a:r>
              <a:rPr lang="en-US" altLang="ko-KR" dirty="0"/>
              <a:t>( )</a:t>
            </a:r>
            <a:r>
              <a:rPr lang="ko-KR" altLang="en-US" dirty="0"/>
              <a:t>는 해당 카운트 값을 </a:t>
            </a:r>
            <a:r>
              <a:rPr lang="en-US" altLang="ko-KR" dirty="0"/>
              <a:t>1 </a:t>
            </a:r>
            <a:r>
              <a:rPr lang="ko-KR" altLang="en-US" dirty="0"/>
              <a:t>감소</a:t>
            </a:r>
            <a:endParaRPr lang="en-US" altLang="ko-KR" dirty="0"/>
          </a:p>
          <a:p>
            <a:pPr lvl="1"/>
            <a:r>
              <a:rPr lang="en-US" altLang="ko-KR" dirty="0"/>
              <a:t> 1</a:t>
            </a:r>
            <a:r>
              <a:rPr lang="ko-KR" altLang="en-US" dirty="0"/>
              <a:t> 이상의 카운트가 존재한다면</a:t>
            </a:r>
            <a:r>
              <a:rPr lang="en-US" altLang="ko-KR" dirty="0"/>
              <a:t>, </a:t>
            </a:r>
            <a:r>
              <a:rPr lang="ko-KR" altLang="en-US" dirty="0"/>
              <a:t>해당 카운트만큼 재개 시켜야 동작이 재개</a:t>
            </a:r>
          </a:p>
        </p:txBody>
      </p:sp>
    </p:spTree>
    <p:extLst>
      <p:ext uri="{BB962C8B-B14F-4D97-AF65-F5344CB8AC3E}">
        <p14:creationId xmlns:p14="http://schemas.microsoft.com/office/powerpoint/2010/main" val="392686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9B3B9-1483-460C-84DD-FF38ECA6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18255"/>
            <a:ext cx="11156852" cy="1325563"/>
          </a:xfrm>
        </p:spPr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994D54-484B-48F8-8CA3-29F5D832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8" y="1264163"/>
            <a:ext cx="11609570" cy="5474262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스레드를 딱 </a:t>
            </a:r>
            <a:r>
              <a:rPr lang="en-US" altLang="ko-KR" dirty="0"/>
              <a:t>5</a:t>
            </a:r>
            <a:r>
              <a:rPr lang="ko-KR" altLang="en-US" dirty="0"/>
              <a:t>개만 동작하도록 구성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더 이상의 스레드는 만들어지지 않도록 구성</a:t>
            </a:r>
            <a:endParaRPr lang="en-US" altLang="ko-KR" dirty="0"/>
          </a:p>
          <a:p>
            <a:r>
              <a:rPr lang="en-US" altLang="ko-KR" dirty="0"/>
              <a:t> 5</a:t>
            </a:r>
            <a:r>
              <a:rPr lang="ko-KR" altLang="en-US" dirty="0"/>
              <a:t>개의 스레드가 동작 </a:t>
            </a:r>
            <a:r>
              <a:rPr lang="ko-KR" altLang="en-US" dirty="0" err="1"/>
              <a:t>중일때</a:t>
            </a:r>
            <a:r>
              <a:rPr lang="en-US" altLang="ko-KR" dirty="0"/>
              <a:t>, WM_KEYDOWN </a:t>
            </a:r>
            <a:r>
              <a:rPr lang="ko-KR" altLang="en-US" dirty="0"/>
              <a:t>입력 시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/>
              <a:t>모두 일시중지 상태로 변경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5</a:t>
            </a:r>
            <a:r>
              <a:rPr lang="ko-KR" altLang="en-US" dirty="0"/>
              <a:t>개의 스레드가 일시정지 상태일때</a:t>
            </a:r>
            <a:r>
              <a:rPr lang="en-US" altLang="ko-KR" dirty="0"/>
              <a:t>, WM_RBUTTONDOWN </a:t>
            </a:r>
            <a:r>
              <a:rPr lang="ko-KR" altLang="en-US" dirty="0"/>
              <a:t>입력 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모든 스레드가 재개되어 작업을 진행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9079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363</Words>
  <Application>Microsoft Office PowerPoint</Application>
  <PresentationFormat>와이드스크린</PresentationFormat>
  <Paragraphs>58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VC++ 실습</vt:lpstr>
      <vt:lpstr>스레드(Thread)</vt:lpstr>
      <vt:lpstr>스레드의 동작 확인을 위한 예제</vt:lpstr>
      <vt:lpstr>일반적인 프로그램 구조</vt:lpstr>
      <vt:lpstr>윈도우 스레드 프로그래밍 방식</vt:lpstr>
      <vt:lpstr>스레드의 제어</vt:lpstr>
      <vt:lpstr>과제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6</cp:revision>
  <dcterms:created xsi:type="dcterms:W3CDTF">2026-10-26T04:04:56Z</dcterms:created>
  <dcterms:modified xsi:type="dcterms:W3CDTF">2026-10-26T06:30:50Z</dcterms:modified>
</cp:coreProperties>
</file>