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CAE36-A048-41DF-AE5C-656B9F79B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FA8331-3A93-4C5B-BFCC-B43A64052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8B70C-98D4-4BA0-8B0C-F6CD67BA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E54EE-32E7-4546-AF91-348E48D7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549838-B769-4A3A-9EAF-6F27D9B3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62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9BDC9-6034-4C2E-9FC1-8BAE1CC0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58017-8690-4130-B01A-1ADC9AE2F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60184-455E-4F90-92AA-F51BC234F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734CC-27BE-488D-A8C9-9EC758D2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B7EF7-0BC8-48D9-979F-02C71098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53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E42B9-CB4C-4024-8381-35C2A8B1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AFFD06-AE82-4061-BDE9-3E75AF16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464F7-18BC-4443-8E06-91D9FD65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013B7-C4FF-4E5A-BE74-70CC2755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DAE86-D81D-4103-A32A-25747D61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83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10B72-0A29-47DC-9F68-827DD9BE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7D56A1-5E16-45DC-8BA2-C3356C2DA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9B729-52D6-4DBF-A9A8-663D7B6E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F2B4EE-74A4-4D31-BB57-CD7BA290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633C46-64F3-4B09-94CC-AD794415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E3F193-0008-444C-8C87-187A2E0D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3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772D1-69BB-4B96-81C9-37A36502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45023-9A61-4D98-B486-74B0BB402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752645-1788-40CA-9185-AFB49CDF5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A4A6FF-4BDB-4920-8B40-072C3BA5F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08C556-105D-4B86-933B-3894E56A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75A195-0B21-4639-8375-092CD54A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EF929E-13AE-4C1B-BD96-6512DAF5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D4F421-D3FD-4335-9164-07B68CC9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54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D8DAD-486E-4687-A0B1-BDC20FF5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6620D7-18EE-4CA6-BDE5-AF1B768E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394917-F5D3-4CE4-AA7A-F1978271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B6410C-4CE7-4C4F-9953-39060752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46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7D5A69-A676-4BE9-B2B9-0ECD2596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080045-812C-4419-A356-A92676D3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D1CD4-5565-4298-BF38-E6D384E3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4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3A55F-9518-4B4C-A6C3-CD8C6F3D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D5F5A-7342-4E5E-85FC-97BBD129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F56955-6979-4761-83FF-427CAEC3F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90B86C-009E-4F3B-95F2-DEE4BD20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C3D1CB-D20B-4AA0-86A6-66DA0F60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5D863B-D9C8-4F22-A0C7-9DCA9CD2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79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A82DF-7009-430B-A7AE-F3EC55F3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15E8E0-736D-4620-B550-A2D06AC1E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B6A5BF-556E-4F19-8C88-26C7C984B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00D4DC-9BFF-437F-BD3D-E3080CD5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F4AB2D-DDA3-4584-BA63-18855492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5957C0-4501-4605-A001-35D525F4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18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851A2-162F-4830-9A2B-079E1945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73D37E-9132-42E1-A46A-AD3975F94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D33D7-C264-4794-8D99-AB1D34EC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E199E-CA42-4F49-8A11-6E581C53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17075C-7678-47CD-B8B3-1FC8476D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6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2E2BC7-AA69-4508-9C28-89FEAF365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67E24D-5C9B-4935-9A6E-9680301BD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8A0F97-0A4C-42EB-8522-66E7866C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4CCCF1-0D0C-4BDD-A7BC-3957B662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5B6B6-F3A8-4593-8497-4AA0A6F6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40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7A2BE2-31C4-4CEE-98DB-EA558124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87F1DB-4154-447C-A45E-A7D6A4EBD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28521A-926C-47BC-A25F-45A00C75A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72382-6520-4D04-AA4E-451CFF830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55265-F539-4E86-AD35-9A192B4F1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50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F99C8-D562-4E60-B181-C50E66364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기말 프로젝트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876877-60E3-4EE4-98D0-5BEE85545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202607001</a:t>
            </a:r>
          </a:p>
          <a:p>
            <a:endParaRPr lang="en-US" altLang="ko-KR" dirty="0"/>
          </a:p>
          <a:p>
            <a:r>
              <a:rPr lang="ko-KR" altLang="en-US" dirty="0"/>
              <a:t>홍 길 동</a:t>
            </a:r>
          </a:p>
        </p:txBody>
      </p:sp>
    </p:spTree>
    <p:extLst>
      <p:ext uri="{BB962C8B-B14F-4D97-AF65-F5344CB8AC3E}">
        <p14:creationId xmlns:p14="http://schemas.microsoft.com/office/powerpoint/2010/main" val="322505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F52D3-71B6-407A-AA49-508489D1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3A6E50-94D4-484C-A344-46F24F618324}"/>
              </a:ext>
            </a:extLst>
          </p:cNvPr>
          <p:cNvSpPr/>
          <p:nvPr/>
        </p:nvSpPr>
        <p:spPr>
          <a:xfrm>
            <a:off x="1634067" y="2040467"/>
            <a:ext cx="6722533" cy="35475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A9673-AC06-4931-B160-8072BFF92C9D}"/>
              </a:ext>
            </a:extLst>
          </p:cNvPr>
          <p:cNvSpPr txBox="1"/>
          <p:nvPr/>
        </p:nvSpPr>
        <p:spPr>
          <a:xfrm>
            <a:off x="6815667" y="2040467"/>
            <a:ext cx="1345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점수 </a:t>
            </a:r>
            <a:r>
              <a:rPr lang="en-US" altLang="ko-KR" dirty="0"/>
              <a:t>: 90</a:t>
            </a:r>
            <a:r>
              <a:rPr lang="ko-KR" altLang="en-US" dirty="0"/>
              <a:t>점</a:t>
            </a:r>
            <a:endParaRPr lang="en-US" altLang="ko-KR" dirty="0"/>
          </a:p>
          <a:p>
            <a:r>
              <a:rPr lang="ko-KR" altLang="en-US" dirty="0"/>
              <a:t>라이프 </a:t>
            </a:r>
            <a:r>
              <a:rPr lang="en-US" altLang="ko-KR" dirty="0"/>
              <a:t>: 3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E0946B-F46D-4871-8E5A-3E73A4DEFE46}"/>
              </a:ext>
            </a:extLst>
          </p:cNvPr>
          <p:cNvSpPr/>
          <p:nvPr/>
        </p:nvSpPr>
        <p:spPr>
          <a:xfrm>
            <a:off x="2286000" y="2133600"/>
            <a:ext cx="4064000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A26B4D7-D430-446B-A930-7A1B9BF2BBCA}"/>
              </a:ext>
            </a:extLst>
          </p:cNvPr>
          <p:cNvSpPr/>
          <p:nvPr/>
        </p:nvSpPr>
        <p:spPr>
          <a:xfrm>
            <a:off x="4461933" y="3699933"/>
            <a:ext cx="728134" cy="728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46ADE3E-A091-4A7C-84DD-581177FC46D2}"/>
              </a:ext>
            </a:extLst>
          </p:cNvPr>
          <p:cNvSpPr/>
          <p:nvPr/>
        </p:nvSpPr>
        <p:spPr>
          <a:xfrm>
            <a:off x="6087533" y="2783945"/>
            <a:ext cx="728134" cy="728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음식</a:t>
            </a:r>
          </a:p>
        </p:txBody>
      </p:sp>
    </p:spTree>
    <p:extLst>
      <p:ext uri="{BB962C8B-B14F-4D97-AF65-F5344CB8AC3E}">
        <p14:creationId xmlns:p14="http://schemas.microsoft.com/office/powerpoint/2010/main" val="404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9EEBC-ACCF-47AE-ACA8-39BF8B0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B78F3-A223-4A4B-B78B-33E9EC20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이동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키보드 입력 </a:t>
            </a:r>
            <a:r>
              <a:rPr lang="en-US" altLang="ko-KR" dirty="0"/>
              <a:t>: </a:t>
            </a:r>
            <a:r>
              <a:rPr lang="ko-KR" altLang="en-US" dirty="0"/>
              <a:t>상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, </a:t>
            </a:r>
            <a:r>
              <a:rPr lang="ko-KR" altLang="en-US" dirty="0"/>
              <a:t>좌</a:t>
            </a:r>
            <a:r>
              <a:rPr lang="en-US" altLang="ko-KR" dirty="0"/>
              <a:t>, </a:t>
            </a:r>
            <a:r>
              <a:rPr lang="ko-KR" altLang="en-US" dirty="0"/>
              <a:t>우</a:t>
            </a:r>
            <a:endParaRPr lang="en-US" altLang="ko-KR" dirty="0"/>
          </a:p>
          <a:p>
            <a:pPr lvl="1"/>
            <a:r>
              <a:rPr lang="en-US" altLang="ko-KR" dirty="0"/>
              <a:t> F1 : </a:t>
            </a:r>
            <a:r>
              <a:rPr lang="ko-KR" altLang="en-US" dirty="0"/>
              <a:t>무적 모드</a:t>
            </a:r>
            <a:endParaRPr lang="en-US" altLang="ko-KR" dirty="0"/>
          </a:p>
          <a:p>
            <a:pPr lvl="1"/>
            <a:r>
              <a:rPr lang="en-US" altLang="ko-KR" dirty="0"/>
              <a:t> F2 : </a:t>
            </a:r>
            <a:r>
              <a:rPr lang="ko-KR" altLang="en-US" dirty="0"/>
              <a:t>돈 무한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다른 입력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마우스 왼쪽 </a:t>
            </a:r>
            <a:r>
              <a:rPr lang="en-US" altLang="ko-KR" dirty="0"/>
              <a:t>: </a:t>
            </a:r>
            <a:r>
              <a:rPr lang="ko-KR" altLang="en-US" dirty="0"/>
              <a:t>단순 이동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마우스 오른쪽 </a:t>
            </a:r>
            <a:r>
              <a:rPr lang="en-US" altLang="ko-KR" dirty="0"/>
              <a:t>: </a:t>
            </a:r>
            <a:r>
              <a:rPr lang="ko-KR" altLang="en-US" dirty="0"/>
              <a:t>자동 이동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게임 설명 </a:t>
            </a:r>
            <a:r>
              <a:rPr lang="en-US" altLang="ko-KR" dirty="0"/>
              <a:t>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209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FF4CD-8251-4D34-B6CC-ADD17113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5F46F-5A22-43C1-A1FF-4F88611D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이 게임은 영국으로부터 시작되었으며</a:t>
            </a:r>
            <a:r>
              <a:rPr lang="en-US" altLang="ko-KR" dirty="0"/>
              <a:t>, …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D5D43B-484C-4704-B62A-E5CA66CDE193}"/>
              </a:ext>
            </a:extLst>
          </p:cNvPr>
          <p:cNvSpPr/>
          <p:nvPr/>
        </p:nvSpPr>
        <p:spPr>
          <a:xfrm>
            <a:off x="4538133" y="3658130"/>
            <a:ext cx="1625600" cy="162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A9F950-F30D-4378-9492-099D2A3F1DB4}"/>
              </a:ext>
            </a:extLst>
          </p:cNvPr>
          <p:cNvSpPr/>
          <p:nvPr/>
        </p:nvSpPr>
        <p:spPr>
          <a:xfrm>
            <a:off x="5545667" y="4563533"/>
            <a:ext cx="194734" cy="1947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72DE5-91FF-4843-9D48-C8A813AD64D4}"/>
              </a:ext>
            </a:extLst>
          </p:cNvPr>
          <p:cNvSpPr txBox="1"/>
          <p:nvPr/>
        </p:nvSpPr>
        <p:spPr>
          <a:xfrm>
            <a:off x="3945467" y="3318933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x, y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AA6B1-CEBC-4E09-B5F5-7F1D5AA0DD93}"/>
              </a:ext>
            </a:extLst>
          </p:cNvPr>
          <p:cNvSpPr txBox="1"/>
          <p:nvPr/>
        </p:nvSpPr>
        <p:spPr>
          <a:xfrm>
            <a:off x="6217469" y="4470930"/>
            <a:ext cx="61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A, 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1BC86-4C5E-4965-97CC-FAC48B3CF2F0}"/>
              </a:ext>
            </a:extLst>
          </p:cNvPr>
          <p:cNvSpPr txBox="1"/>
          <p:nvPr/>
        </p:nvSpPr>
        <p:spPr>
          <a:xfrm>
            <a:off x="7612670" y="2949601"/>
            <a:ext cx="129394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 = 350</a:t>
            </a:r>
          </a:p>
          <a:p>
            <a:r>
              <a:rPr lang="en-US" altLang="ko-KR" dirty="0"/>
              <a:t>y = 270</a:t>
            </a:r>
          </a:p>
          <a:p>
            <a:endParaRPr lang="en-US" altLang="ko-KR" dirty="0"/>
          </a:p>
          <a:p>
            <a:r>
              <a:rPr lang="en-US" altLang="ko-KR" dirty="0"/>
              <a:t>A = 376</a:t>
            </a:r>
          </a:p>
          <a:p>
            <a:r>
              <a:rPr lang="en-US" altLang="ko-KR" dirty="0"/>
              <a:t>B = 298</a:t>
            </a:r>
          </a:p>
          <a:p>
            <a:endParaRPr lang="en-US" altLang="ko-KR" dirty="0"/>
          </a:p>
          <a:p>
            <a:r>
              <a:rPr lang="en-US" altLang="ko-KR" dirty="0"/>
              <a:t>A-x = 26</a:t>
            </a:r>
          </a:p>
          <a:p>
            <a:r>
              <a:rPr lang="en-US" altLang="ko-KR" dirty="0"/>
              <a:t>B – y = 28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BB1B5E-EAE5-4DBF-BE1D-2A35431E9056}"/>
              </a:ext>
            </a:extLst>
          </p:cNvPr>
          <p:cNvSpPr/>
          <p:nvPr/>
        </p:nvSpPr>
        <p:spPr>
          <a:xfrm>
            <a:off x="755731" y="3658130"/>
            <a:ext cx="1625600" cy="16256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F16E59-879F-4ADF-8EB4-FCC60223A3B7}"/>
              </a:ext>
            </a:extLst>
          </p:cNvPr>
          <p:cNvSpPr/>
          <p:nvPr/>
        </p:nvSpPr>
        <p:spPr>
          <a:xfrm>
            <a:off x="967397" y="3842796"/>
            <a:ext cx="1625600" cy="162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C60A37-AA7D-48F3-BD80-1884893AD8B8}"/>
              </a:ext>
            </a:extLst>
          </p:cNvPr>
          <p:cNvSpPr/>
          <p:nvPr/>
        </p:nvSpPr>
        <p:spPr>
          <a:xfrm>
            <a:off x="959896" y="3830896"/>
            <a:ext cx="1421435" cy="14270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47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03A4BF-91A7-4E9A-8A90-220D8227EEF7}"/>
              </a:ext>
            </a:extLst>
          </p:cNvPr>
          <p:cNvSpPr/>
          <p:nvPr/>
        </p:nvSpPr>
        <p:spPr>
          <a:xfrm>
            <a:off x="5410198" y="2463800"/>
            <a:ext cx="897467" cy="897467"/>
          </a:xfrm>
          <a:prstGeom prst="rect">
            <a:avLst/>
          </a:prstGeom>
          <a:solidFill>
            <a:schemeClr val="accent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B2D254-0707-48CD-8430-7945BC41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RECT </a:t>
            </a:r>
            <a:r>
              <a:rPr lang="ko-KR" altLang="en-US" dirty="0"/>
              <a:t>배열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0C0623-5D51-4142-84E2-8D590B2EE840}"/>
              </a:ext>
            </a:extLst>
          </p:cNvPr>
          <p:cNvSpPr/>
          <p:nvPr/>
        </p:nvSpPr>
        <p:spPr>
          <a:xfrm>
            <a:off x="2269067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CE616B-1C72-4C74-A5CA-C1DC6AE396E9}"/>
              </a:ext>
            </a:extLst>
          </p:cNvPr>
          <p:cNvSpPr/>
          <p:nvPr/>
        </p:nvSpPr>
        <p:spPr>
          <a:xfrm>
            <a:off x="3166534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88A03-DA19-41E4-BEDA-569376ACEBE2}"/>
              </a:ext>
            </a:extLst>
          </p:cNvPr>
          <p:cNvSpPr/>
          <p:nvPr/>
        </p:nvSpPr>
        <p:spPr>
          <a:xfrm>
            <a:off x="4064001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EF1C40-51F0-485E-903A-A299368CC803}"/>
              </a:ext>
            </a:extLst>
          </p:cNvPr>
          <p:cNvSpPr/>
          <p:nvPr/>
        </p:nvSpPr>
        <p:spPr>
          <a:xfrm>
            <a:off x="4961468" y="1998134"/>
            <a:ext cx="897467" cy="89746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DC44A8-76DB-4C8E-8E24-E7CCEB3C519B}"/>
              </a:ext>
            </a:extLst>
          </p:cNvPr>
          <p:cNvSpPr/>
          <p:nvPr/>
        </p:nvSpPr>
        <p:spPr>
          <a:xfrm>
            <a:off x="5858935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EF843C-BCED-4BB2-BE37-706ECBA5B3AC}"/>
              </a:ext>
            </a:extLst>
          </p:cNvPr>
          <p:cNvSpPr/>
          <p:nvPr/>
        </p:nvSpPr>
        <p:spPr>
          <a:xfrm>
            <a:off x="6756402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00FF37-9A9A-4C90-8357-3E8960015EF0}"/>
              </a:ext>
            </a:extLst>
          </p:cNvPr>
          <p:cNvSpPr/>
          <p:nvPr/>
        </p:nvSpPr>
        <p:spPr>
          <a:xfrm>
            <a:off x="7653869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0016F3-58D8-4F11-AD35-FD6162563FEA}"/>
              </a:ext>
            </a:extLst>
          </p:cNvPr>
          <p:cNvSpPr/>
          <p:nvPr/>
        </p:nvSpPr>
        <p:spPr>
          <a:xfrm>
            <a:off x="8551336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674B61-5118-4F00-A21A-3E0B497129FA}"/>
              </a:ext>
            </a:extLst>
          </p:cNvPr>
          <p:cNvSpPr/>
          <p:nvPr/>
        </p:nvSpPr>
        <p:spPr>
          <a:xfrm>
            <a:off x="2269067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244E38-FCAA-4A07-B853-383544A13EFA}"/>
              </a:ext>
            </a:extLst>
          </p:cNvPr>
          <p:cNvSpPr/>
          <p:nvPr/>
        </p:nvSpPr>
        <p:spPr>
          <a:xfrm>
            <a:off x="3166534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CBB627-427F-4E12-8290-23545CED923B}"/>
              </a:ext>
            </a:extLst>
          </p:cNvPr>
          <p:cNvSpPr/>
          <p:nvPr/>
        </p:nvSpPr>
        <p:spPr>
          <a:xfrm>
            <a:off x="4064001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2471F4-D9BE-41B5-A681-56CB24754765}"/>
              </a:ext>
            </a:extLst>
          </p:cNvPr>
          <p:cNvSpPr/>
          <p:nvPr/>
        </p:nvSpPr>
        <p:spPr>
          <a:xfrm>
            <a:off x="4961468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E11874-9DAD-46BE-9ABC-0F5F74F5F937}"/>
              </a:ext>
            </a:extLst>
          </p:cNvPr>
          <p:cNvSpPr/>
          <p:nvPr/>
        </p:nvSpPr>
        <p:spPr>
          <a:xfrm>
            <a:off x="5858935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D9DD49-923C-4F32-B1C4-7ADA1258D30A}"/>
              </a:ext>
            </a:extLst>
          </p:cNvPr>
          <p:cNvSpPr/>
          <p:nvPr/>
        </p:nvSpPr>
        <p:spPr>
          <a:xfrm>
            <a:off x="6756402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B602A0-B485-4C09-9703-67C6D8CB4DDA}"/>
              </a:ext>
            </a:extLst>
          </p:cNvPr>
          <p:cNvSpPr/>
          <p:nvPr/>
        </p:nvSpPr>
        <p:spPr>
          <a:xfrm>
            <a:off x="7653869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966BA1-0D12-429A-85D6-563D525F939D}"/>
              </a:ext>
            </a:extLst>
          </p:cNvPr>
          <p:cNvSpPr/>
          <p:nvPr/>
        </p:nvSpPr>
        <p:spPr>
          <a:xfrm>
            <a:off x="8551336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1BE873-27E2-4F2D-A935-C4502AF653C3}"/>
              </a:ext>
            </a:extLst>
          </p:cNvPr>
          <p:cNvSpPr/>
          <p:nvPr/>
        </p:nvSpPr>
        <p:spPr>
          <a:xfrm>
            <a:off x="2269067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037DD5-644B-4453-BAEF-7F1AD00EA85C}"/>
              </a:ext>
            </a:extLst>
          </p:cNvPr>
          <p:cNvSpPr/>
          <p:nvPr/>
        </p:nvSpPr>
        <p:spPr>
          <a:xfrm>
            <a:off x="3166534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27E8CB-C632-47D3-9E01-AB43225890FB}"/>
              </a:ext>
            </a:extLst>
          </p:cNvPr>
          <p:cNvSpPr/>
          <p:nvPr/>
        </p:nvSpPr>
        <p:spPr>
          <a:xfrm>
            <a:off x="4064001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B02F03-4044-4EE1-8A60-767B1ECC268C}"/>
              </a:ext>
            </a:extLst>
          </p:cNvPr>
          <p:cNvSpPr/>
          <p:nvPr/>
        </p:nvSpPr>
        <p:spPr>
          <a:xfrm>
            <a:off x="4961468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81019D-191A-419F-9631-97CB6687C2D6}"/>
              </a:ext>
            </a:extLst>
          </p:cNvPr>
          <p:cNvSpPr/>
          <p:nvPr/>
        </p:nvSpPr>
        <p:spPr>
          <a:xfrm>
            <a:off x="5858935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3436C2-CAEE-4CAC-9866-9975FE7AAD75}"/>
              </a:ext>
            </a:extLst>
          </p:cNvPr>
          <p:cNvSpPr/>
          <p:nvPr/>
        </p:nvSpPr>
        <p:spPr>
          <a:xfrm>
            <a:off x="6756402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D9A0355-F9CE-4F8E-A7EE-933E5D8BFDF2}"/>
              </a:ext>
            </a:extLst>
          </p:cNvPr>
          <p:cNvSpPr/>
          <p:nvPr/>
        </p:nvSpPr>
        <p:spPr>
          <a:xfrm>
            <a:off x="7653869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FE206F-20E7-4C68-932F-57870F9DBE23}"/>
              </a:ext>
            </a:extLst>
          </p:cNvPr>
          <p:cNvSpPr/>
          <p:nvPr/>
        </p:nvSpPr>
        <p:spPr>
          <a:xfrm>
            <a:off x="8551336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39D47E-DECA-4D9C-B24B-C90661299C05}"/>
              </a:ext>
            </a:extLst>
          </p:cNvPr>
          <p:cNvSpPr/>
          <p:nvPr/>
        </p:nvSpPr>
        <p:spPr>
          <a:xfrm>
            <a:off x="2269067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E59DB8-E534-455A-B583-19EDDF428227}"/>
              </a:ext>
            </a:extLst>
          </p:cNvPr>
          <p:cNvSpPr/>
          <p:nvPr/>
        </p:nvSpPr>
        <p:spPr>
          <a:xfrm>
            <a:off x="3166534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13366D-A41C-405E-A4E4-3BE070E65397}"/>
              </a:ext>
            </a:extLst>
          </p:cNvPr>
          <p:cNvSpPr/>
          <p:nvPr/>
        </p:nvSpPr>
        <p:spPr>
          <a:xfrm>
            <a:off x="4064001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30EEEB-72D4-49F9-8E8D-9DC675DCA623}"/>
              </a:ext>
            </a:extLst>
          </p:cNvPr>
          <p:cNvSpPr/>
          <p:nvPr/>
        </p:nvSpPr>
        <p:spPr>
          <a:xfrm>
            <a:off x="4961468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460D32-2F54-4943-8913-839C581A82F1}"/>
              </a:ext>
            </a:extLst>
          </p:cNvPr>
          <p:cNvSpPr/>
          <p:nvPr/>
        </p:nvSpPr>
        <p:spPr>
          <a:xfrm>
            <a:off x="5858935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173323-7412-48E2-9C1B-C686C2E84076}"/>
              </a:ext>
            </a:extLst>
          </p:cNvPr>
          <p:cNvSpPr/>
          <p:nvPr/>
        </p:nvSpPr>
        <p:spPr>
          <a:xfrm>
            <a:off x="6756402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B67C0C5-6AF7-4E76-86E8-D9F34C8BD859}"/>
              </a:ext>
            </a:extLst>
          </p:cNvPr>
          <p:cNvSpPr/>
          <p:nvPr/>
        </p:nvSpPr>
        <p:spPr>
          <a:xfrm>
            <a:off x="7653869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0A9C458-DAA2-4C1E-9DE5-DC828DD42020}"/>
              </a:ext>
            </a:extLst>
          </p:cNvPr>
          <p:cNvSpPr/>
          <p:nvPr/>
        </p:nvSpPr>
        <p:spPr>
          <a:xfrm>
            <a:off x="8551336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1E22386-956F-4DC2-9605-A7FD8AA225DD}"/>
              </a:ext>
            </a:extLst>
          </p:cNvPr>
          <p:cNvSpPr/>
          <p:nvPr/>
        </p:nvSpPr>
        <p:spPr>
          <a:xfrm>
            <a:off x="2777067" y="2463800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9683157-795E-4244-8BE1-1CA5A30CB3CB}"/>
              </a:ext>
            </a:extLst>
          </p:cNvPr>
          <p:cNvSpPr/>
          <p:nvPr/>
        </p:nvSpPr>
        <p:spPr>
          <a:xfrm>
            <a:off x="3674534" y="2463800"/>
            <a:ext cx="897467" cy="8974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439BD32-E027-4C63-BCD1-DDBA13E3D680}"/>
              </a:ext>
            </a:extLst>
          </p:cNvPr>
          <p:cNvSpPr/>
          <p:nvPr/>
        </p:nvSpPr>
        <p:spPr>
          <a:xfrm>
            <a:off x="5410201" y="2463800"/>
            <a:ext cx="897467" cy="8974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2441456-FB96-4CA0-AD98-B102B6D45A1D}"/>
              </a:ext>
            </a:extLst>
          </p:cNvPr>
          <p:cNvSpPr/>
          <p:nvPr/>
        </p:nvSpPr>
        <p:spPr>
          <a:xfrm>
            <a:off x="7205135" y="2463800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A9D7984-65EE-4C45-94A8-92CCB473D5EC}"/>
              </a:ext>
            </a:extLst>
          </p:cNvPr>
          <p:cNvSpPr/>
          <p:nvPr/>
        </p:nvSpPr>
        <p:spPr>
          <a:xfrm>
            <a:off x="5469468" y="2644513"/>
            <a:ext cx="194734" cy="1947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04085F2-C89C-4BC9-B27E-5828C6D33306}"/>
              </a:ext>
            </a:extLst>
          </p:cNvPr>
          <p:cNvSpPr/>
          <p:nvPr/>
        </p:nvSpPr>
        <p:spPr>
          <a:xfrm>
            <a:off x="7810501" y="2839247"/>
            <a:ext cx="194734" cy="1947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155F4E3-8EFC-47B4-BFBF-EBD080DF8751}"/>
              </a:ext>
            </a:extLst>
          </p:cNvPr>
          <p:cNvGrpSpPr/>
          <p:nvPr/>
        </p:nvGrpSpPr>
        <p:grpSpPr>
          <a:xfrm>
            <a:off x="1820333" y="1566333"/>
            <a:ext cx="8072973" cy="897467"/>
            <a:chOff x="1820333" y="1566333"/>
            <a:chExt cx="8072973" cy="897467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18C478F-F44F-4B56-86CD-7A09811FD9D3}"/>
                </a:ext>
              </a:extLst>
            </p:cNvPr>
            <p:cNvSpPr/>
            <p:nvPr/>
          </p:nvSpPr>
          <p:spPr>
            <a:xfrm>
              <a:off x="1820333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3686EFD-5A0A-407F-A664-4E13870BD599}"/>
                </a:ext>
              </a:extLst>
            </p:cNvPr>
            <p:cNvSpPr/>
            <p:nvPr/>
          </p:nvSpPr>
          <p:spPr>
            <a:xfrm>
              <a:off x="271779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9FBDD2-E6A3-4633-BC41-E76A0BBB80FB}"/>
                </a:ext>
              </a:extLst>
            </p:cNvPr>
            <p:cNvSpPr/>
            <p:nvPr/>
          </p:nvSpPr>
          <p:spPr>
            <a:xfrm>
              <a:off x="3615265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1D19910-541C-43C4-8CE1-304E35363357}"/>
                </a:ext>
              </a:extLst>
            </p:cNvPr>
            <p:cNvSpPr/>
            <p:nvPr/>
          </p:nvSpPr>
          <p:spPr>
            <a:xfrm>
              <a:off x="4512731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230BA9F-06CC-4862-9D0F-C805D751FFDB}"/>
                </a:ext>
              </a:extLst>
            </p:cNvPr>
            <p:cNvSpPr/>
            <p:nvPr/>
          </p:nvSpPr>
          <p:spPr>
            <a:xfrm>
              <a:off x="5410198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81C40D4-AD99-4952-89F9-21D4888C79B9}"/>
                </a:ext>
              </a:extLst>
            </p:cNvPr>
            <p:cNvSpPr/>
            <p:nvPr/>
          </p:nvSpPr>
          <p:spPr>
            <a:xfrm>
              <a:off x="6307664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7CB5533-40AB-4E15-83EB-DA29284C0601}"/>
                </a:ext>
              </a:extLst>
            </p:cNvPr>
            <p:cNvSpPr/>
            <p:nvPr/>
          </p:nvSpPr>
          <p:spPr>
            <a:xfrm>
              <a:off x="7205136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281A957-1EBA-48A0-ADA0-B42139ABB6B7}"/>
                </a:ext>
              </a:extLst>
            </p:cNvPr>
            <p:cNvSpPr/>
            <p:nvPr/>
          </p:nvSpPr>
          <p:spPr>
            <a:xfrm>
              <a:off x="8102602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74AC31A-3C32-473F-8E7E-6FDB7B2BE44C}"/>
                </a:ext>
              </a:extLst>
            </p:cNvPr>
            <p:cNvSpPr/>
            <p:nvPr/>
          </p:nvSpPr>
          <p:spPr>
            <a:xfrm>
              <a:off x="899583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5C1F7C-AEE9-4A3D-A4B2-BECD51AFFF02}"/>
              </a:ext>
            </a:extLst>
          </p:cNvPr>
          <p:cNvSpPr/>
          <p:nvPr/>
        </p:nvSpPr>
        <p:spPr>
          <a:xfrm>
            <a:off x="1820333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D2E3943-A741-40AE-903D-6BF997A8725A}"/>
              </a:ext>
            </a:extLst>
          </p:cNvPr>
          <p:cNvSpPr/>
          <p:nvPr/>
        </p:nvSpPr>
        <p:spPr>
          <a:xfrm>
            <a:off x="2717799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0D7C4B6-DADB-4C20-974F-F2C24B3FDA15}"/>
              </a:ext>
            </a:extLst>
          </p:cNvPr>
          <p:cNvSpPr/>
          <p:nvPr/>
        </p:nvSpPr>
        <p:spPr>
          <a:xfrm>
            <a:off x="3615265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D93CF60-5E0B-4E8F-9A7F-A454D1A867FC}"/>
              </a:ext>
            </a:extLst>
          </p:cNvPr>
          <p:cNvSpPr/>
          <p:nvPr/>
        </p:nvSpPr>
        <p:spPr>
          <a:xfrm>
            <a:off x="4512731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4B1A6C1-56C8-4D36-ADB3-3FAAAEF7C34B}"/>
              </a:ext>
            </a:extLst>
          </p:cNvPr>
          <p:cNvSpPr/>
          <p:nvPr/>
        </p:nvSpPr>
        <p:spPr>
          <a:xfrm>
            <a:off x="6307664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34770DF-C29E-4513-BD46-59A65A63A08F}"/>
              </a:ext>
            </a:extLst>
          </p:cNvPr>
          <p:cNvSpPr/>
          <p:nvPr/>
        </p:nvSpPr>
        <p:spPr>
          <a:xfrm>
            <a:off x="7205136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4D47EAD-1B7D-4D43-B6E4-3B6B6D49214A}"/>
              </a:ext>
            </a:extLst>
          </p:cNvPr>
          <p:cNvSpPr/>
          <p:nvPr/>
        </p:nvSpPr>
        <p:spPr>
          <a:xfrm>
            <a:off x="8102602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D2A1EDC-252E-4B32-8D97-EB399C135408}"/>
              </a:ext>
            </a:extLst>
          </p:cNvPr>
          <p:cNvSpPr/>
          <p:nvPr/>
        </p:nvSpPr>
        <p:spPr>
          <a:xfrm>
            <a:off x="8995839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64A0D04-3C15-416C-8134-893F2BA48BCE}"/>
              </a:ext>
            </a:extLst>
          </p:cNvPr>
          <p:cNvSpPr/>
          <p:nvPr/>
        </p:nvSpPr>
        <p:spPr>
          <a:xfrm>
            <a:off x="1820333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98D7B33-6367-4DE8-8751-3005F312B79F}"/>
              </a:ext>
            </a:extLst>
          </p:cNvPr>
          <p:cNvSpPr/>
          <p:nvPr/>
        </p:nvSpPr>
        <p:spPr>
          <a:xfrm>
            <a:off x="2717799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6F6B744-93AA-4FE3-A6BF-10DAA08B5D3E}"/>
              </a:ext>
            </a:extLst>
          </p:cNvPr>
          <p:cNvSpPr/>
          <p:nvPr/>
        </p:nvSpPr>
        <p:spPr>
          <a:xfrm>
            <a:off x="3615265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DC470F4-562E-46B4-AD7D-DAA780412A68}"/>
              </a:ext>
            </a:extLst>
          </p:cNvPr>
          <p:cNvSpPr/>
          <p:nvPr/>
        </p:nvSpPr>
        <p:spPr>
          <a:xfrm>
            <a:off x="4512731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3E41050-819A-4409-9B68-4105CEBEC36E}"/>
              </a:ext>
            </a:extLst>
          </p:cNvPr>
          <p:cNvSpPr/>
          <p:nvPr/>
        </p:nvSpPr>
        <p:spPr>
          <a:xfrm>
            <a:off x="5410198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14132E-2F8A-4ECC-BE77-D86ED7BE42A0}"/>
              </a:ext>
            </a:extLst>
          </p:cNvPr>
          <p:cNvSpPr/>
          <p:nvPr/>
        </p:nvSpPr>
        <p:spPr>
          <a:xfrm>
            <a:off x="6307664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C68B8F1-5052-4A40-B402-FF336293DD8C}"/>
              </a:ext>
            </a:extLst>
          </p:cNvPr>
          <p:cNvSpPr/>
          <p:nvPr/>
        </p:nvSpPr>
        <p:spPr>
          <a:xfrm>
            <a:off x="7205136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2080A44-4180-4681-870C-C415FC7D2538}"/>
              </a:ext>
            </a:extLst>
          </p:cNvPr>
          <p:cNvSpPr/>
          <p:nvPr/>
        </p:nvSpPr>
        <p:spPr>
          <a:xfrm>
            <a:off x="8102602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3169819-E2A8-4E1A-9BDF-693B547B396F}"/>
              </a:ext>
            </a:extLst>
          </p:cNvPr>
          <p:cNvSpPr/>
          <p:nvPr/>
        </p:nvSpPr>
        <p:spPr>
          <a:xfrm>
            <a:off x="8995839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87BEE49-CE7F-4DA3-B6A9-38BC087CA995}"/>
              </a:ext>
            </a:extLst>
          </p:cNvPr>
          <p:cNvGrpSpPr/>
          <p:nvPr/>
        </p:nvGrpSpPr>
        <p:grpSpPr>
          <a:xfrm>
            <a:off x="1820333" y="4258734"/>
            <a:ext cx="8072973" cy="897467"/>
            <a:chOff x="1820333" y="1566333"/>
            <a:chExt cx="8072973" cy="897467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EE4D628-0B0A-441A-B324-0255743C224F}"/>
                </a:ext>
              </a:extLst>
            </p:cNvPr>
            <p:cNvSpPr/>
            <p:nvPr/>
          </p:nvSpPr>
          <p:spPr>
            <a:xfrm>
              <a:off x="1820333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EA6CFD4-42C9-4ACC-B024-7F396F0D09F6}"/>
                </a:ext>
              </a:extLst>
            </p:cNvPr>
            <p:cNvSpPr/>
            <p:nvPr/>
          </p:nvSpPr>
          <p:spPr>
            <a:xfrm>
              <a:off x="271779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C4D82C5-965B-4770-BF2A-E7070768DC1B}"/>
                </a:ext>
              </a:extLst>
            </p:cNvPr>
            <p:cNvSpPr/>
            <p:nvPr/>
          </p:nvSpPr>
          <p:spPr>
            <a:xfrm>
              <a:off x="3615265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7B81A9F-F387-40A6-BEFB-34B21F49E28D}"/>
                </a:ext>
              </a:extLst>
            </p:cNvPr>
            <p:cNvSpPr/>
            <p:nvPr/>
          </p:nvSpPr>
          <p:spPr>
            <a:xfrm>
              <a:off x="4512731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B0251EE-16F2-474D-9455-CA7357356F2D}"/>
                </a:ext>
              </a:extLst>
            </p:cNvPr>
            <p:cNvSpPr/>
            <p:nvPr/>
          </p:nvSpPr>
          <p:spPr>
            <a:xfrm>
              <a:off x="5410198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3C80563C-B5A4-40FF-991F-8DC204FA136F}"/>
                </a:ext>
              </a:extLst>
            </p:cNvPr>
            <p:cNvSpPr/>
            <p:nvPr/>
          </p:nvSpPr>
          <p:spPr>
            <a:xfrm>
              <a:off x="6307664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D909918-68F1-4509-8DE7-4A6A1F40C53E}"/>
                </a:ext>
              </a:extLst>
            </p:cNvPr>
            <p:cNvSpPr/>
            <p:nvPr/>
          </p:nvSpPr>
          <p:spPr>
            <a:xfrm>
              <a:off x="7205136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07BCE88-0C0D-43C8-A45F-838B538E5B1F}"/>
                </a:ext>
              </a:extLst>
            </p:cNvPr>
            <p:cNvSpPr/>
            <p:nvPr/>
          </p:nvSpPr>
          <p:spPr>
            <a:xfrm>
              <a:off x="8102602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BBFDEA8-08CA-4610-A33F-9047C3C4F872}"/>
                </a:ext>
              </a:extLst>
            </p:cNvPr>
            <p:cNvSpPr/>
            <p:nvPr/>
          </p:nvSpPr>
          <p:spPr>
            <a:xfrm>
              <a:off x="899583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9B2A7B1F-37A8-4455-97AF-7525C6275860}"/>
              </a:ext>
            </a:extLst>
          </p:cNvPr>
          <p:cNvGrpSpPr/>
          <p:nvPr/>
        </p:nvGrpSpPr>
        <p:grpSpPr>
          <a:xfrm>
            <a:off x="1820333" y="5156201"/>
            <a:ext cx="8072973" cy="897467"/>
            <a:chOff x="1820333" y="1566333"/>
            <a:chExt cx="8072973" cy="897467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D8AFF36-DAD5-42ED-841B-D407DF141E42}"/>
                </a:ext>
              </a:extLst>
            </p:cNvPr>
            <p:cNvSpPr/>
            <p:nvPr/>
          </p:nvSpPr>
          <p:spPr>
            <a:xfrm>
              <a:off x="1820333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25F3018-5A79-445F-A52E-B1E88F278395}"/>
                </a:ext>
              </a:extLst>
            </p:cNvPr>
            <p:cNvSpPr/>
            <p:nvPr/>
          </p:nvSpPr>
          <p:spPr>
            <a:xfrm>
              <a:off x="271779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D1C5724A-69B8-42B7-85FA-3BD1AD87569A}"/>
                </a:ext>
              </a:extLst>
            </p:cNvPr>
            <p:cNvSpPr/>
            <p:nvPr/>
          </p:nvSpPr>
          <p:spPr>
            <a:xfrm>
              <a:off x="3615265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129AB17-3601-4BBF-9378-3B370445887E}"/>
                </a:ext>
              </a:extLst>
            </p:cNvPr>
            <p:cNvSpPr/>
            <p:nvPr/>
          </p:nvSpPr>
          <p:spPr>
            <a:xfrm>
              <a:off x="4512731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1F8A4E8-4529-4E14-8F78-6B383833A591}"/>
                </a:ext>
              </a:extLst>
            </p:cNvPr>
            <p:cNvSpPr/>
            <p:nvPr/>
          </p:nvSpPr>
          <p:spPr>
            <a:xfrm>
              <a:off x="5410198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D6E9D1E-91BA-485C-AC48-AF7DED10D933}"/>
                </a:ext>
              </a:extLst>
            </p:cNvPr>
            <p:cNvSpPr/>
            <p:nvPr/>
          </p:nvSpPr>
          <p:spPr>
            <a:xfrm>
              <a:off x="6307664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6548708-2BA2-4132-9AA1-F5B6E9684917}"/>
                </a:ext>
              </a:extLst>
            </p:cNvPr>
            <p:cNvSpPr/>
            <p:nvPr/>
          </p:nvSpPr>
          <p:spPr>
            <a:xfrm>
              <a:off x="7205136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0B6738A-5313-4EE2-87F6-8BDCE01639EB}"/>
                </a:ext>
              </a:extLst>
            </p:cNvPr>
            <p:cNvSpPr/>
            <p:nvPr/>
          </p:nvSpPr>
          <p:spPr>
            <a:xfrm>
              <a:off x="8102602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918516C-2492-4D34-B056-9E22565A799C}"/>
                </a:ext>
              </a:extLst>
            </p:cNvPr>
            <p:cNvSpPr/>
            <p:nvPr/>
          </p:nvSpPr>
          <p:spPr>
            <a:xfrm>
              <a:off x="899583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67A8914-B0AF-4B08-A01A-DFC65CF1AFEC}"/>
              </a:ext>
            </a:extLst>
          </p:cNvPr>
          <p:cNvSpPr txBox="1"/>
          <p:nvPr/>
        </p:nvSpPr>
        <p:spPr>
          <a:xfrm>
            <a:off x="1371596" y="18304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FAF9FE6-000A-4F8F-B4D3-3F74055F2C86}"/>
              </a:ext>
            </a:extLst>
          </p:cNvPr>
          <p:cNvSpPr txBox="1"/>
          <p:nvPr/>
        </p:nvSpPr>
        <p:spPr>
          <a:xfrm>
            <a:off x="1371596" y="2790045"/>
            <a:ext cx="31130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2353CD1-F8E3-453F-BBCE-13A1CE664FE4}"/>
              </a:ext>
            </a:extLst>
          </p:cNvPr>
          <p:cNvSpPr txBox="1"/>
          <p:nvPr/>
        </p:nvSpPr>
        <p:spPr>
          <a:xfrm>
            <a:off x="2183107" y="1228236"/>
            <a:ext cx="470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0         1          2          3        4         5</a:t>
            </a:r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731A0372-3E7B-4884-9EF1-FAF41C210D49}"/>
              </a:ext>
            </a:extLst>
          </p:cNvPr>
          <p:cNvSpPr/>
          <p:nvPr/>
        </p:nvSpPr>
        <p:spPr>
          <a:xfrm>
            <a:off x="2777067" y="3378199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CF45277E-62FB-4C8E-B18B-5D5116EBF3A7}"/>
              </a:ext>
            </a:extLst>
          </p:cNvPr>
          <p:cNvSpPr/>
          <p:nvPr/>
        </p:nvSpPr>
        <p:spPr>
          <a:xfrm>
            <a:off x="2777067" y="4275672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17AD9BD-634D-4383-9EF9-C61CD2553300}"/>
              </a:ext>
            </a:extLst>
          </p:cNvPr>
          <p:cNvSpPr/>
          <p:nvPr/>
        </p:nvSpPr>
        <p:spPr>
          <a:xfrm>
            <a:off x="3638207" y="3378199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62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110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기말 프로젝트 기획서</vt:lpstr>
      <vt:lpstr>화면 구성</vt:lpstr>
      <vt:lpstr>게임 구성</vt:lpstr>
      <vt:lpstr>게임 설명</vt:lpstr>
      <vt:lpstr>RECT 배열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기말 프로젝트 기획서</dc:title>
  <dc:creator>YUHAN</dc:creator>
  <cp:lastModifiedBy>YUHAN</cp:lastModifiedBy>
  <cp:revision>4</cp:revision>
  <dcterms:created xsi:type="dcterms:W3CDTF">2026-10-12T05:34:07Z</dcterms:created>
  <dcterms:modified xsi:type="dcterms:W3CDTF">2026-10-12T06:35:39Z</dcterms:modified>
</cp:coreProperties>
</file>